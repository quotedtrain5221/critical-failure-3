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57" r:id="rId19"/>
    <p:sldId id="267" r:id="rId20"/>
    <p:sldId id="270" r:id="rId21"/>
    <p:sldId id="272" r:id="rId22"/>
    <p:sldId id="276" r:id="rId23"/>
    <p:sldId id="278" r:id="rId24"/>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8/10/relationships/authors" Target="author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23/01/2026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23/01/2026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23/01/2026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23/01/2026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is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Actually re-adding this code back has offered me the opportunity to have the enemies Jump-scares trigger when they are in zone 0 for the current trigger code doesn’t seem to work.</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25391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785104"/>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2887785680"/>
              </p:ext>
            </p:extLst>
          </p:nvPr>
        </p:nvGraphicFramePr>
        <p:xfrm>
          <a:off x="0" y="0"/>
          <a:ext cx="11988463" cy="2206037"/>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V.0.6.4</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1906</TotalTime>
  <Words>6259</Words>
  <Application>Microsoft Office PowerPoint</Application>
  <PresentationFormat>Widescreen</PresentationFormat>
  <Paragraphs>533</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221</cp:revision>
  <dcterms:created xsi:type="dcterms:W3CDTF">2025-10-10T09:00:53Z</dcterms:created>
  <dcterms:modified xsi:type="dcterms:W3CDTF">2026-01-23T11:43:58Z</dcterms:modified>
</cp:coreProperties>
</file>