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94" r:id="rId32"/>
    <p:sldId id="295" r:id="rId33"/>
    <p:sldId id="296" r:id="rId34"/>
    <p:sldId id="257" r:id="rId35"/>
    <p:sldId id="267" r:id="rId36"/>
    <p:sldId id="270" r:id="rId37"/>
    <p:sldId id="272" r:id="rId38"/>
    <p:sldId id="276" r:id="rId39"/>
    <p:sldId id="278" r:id="rId40"/>
    <p:sldId id="284" r:id="rId41"/>
    <p:sldId id="289" r:id="rId42"/>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48"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10/02/2026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10/02/2026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10/02/2026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10/02/2026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10/02/2026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10/02/2026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10/02/2026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10/02/2026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10/02/2026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10/02/2026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10/02/2026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10/02/2026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a:t>
            </a:r>
            <a:r>
              <a:rPr lang="en-GB" sz="1200" dirty="0" err="1"/>
              <a:t>Gwiber</a:t>
            </a:r>
            <a:r>
              <a:rPr lang="en-GB" sz="1200" dirty="0"/>
              <a:t>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err="1"/>
              <a:t>Gwiber</a:t>
            </a:r>
            <a:r>
              <a:rPr lang="en-GB" sz="1200" dirty="0"/>
              <a:t>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Continue with enemy sprite zones.</a:t>
            </a:r>
          </a:p>
          <a:p>
            <a:endParaRPr lang="en-GB" sz="1400" dirty="0"/>
          </a:p>
          <a:p>
            <a:r>
              <a:rPr lang="en-GB" sz="1400" dirty="0"/>
              <a:t>Adjust timers</a:t>
            </a:r>
          </a:p>
          <a:p>
            <a:endParaRPr lang="en-GB" sz="1400" dirty="0"/>
          </a:p>
          <a:p>
            <a:r>
              <a:rPr lang="en-GB" sz="1400" dirty="0"/>
              <a:t>Refine mechanics</a:t>
            </a:r>
          </a:p>
          <a:p>
            <a:endParaRPr lang="en-GB" sz="1400" dirty="0"/>
          </a:p>
          <a:p>
            <a:r>
              <a:rPr lang="en-GB" sz="1400" dirty="0"/>
              <a:t>Add remaining sounds.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422362" y="2914450"/>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3298-BB00-65B0-448E-7520EEF1DC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B5E39-8B55-EA9A-B8F4-E78BBBF1B99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5/02/2026</a:t>
            </a:r>
          </a:p>
        </p:txBody>
      </p:sp>
      <p:sp>
        <p:nvSpPr>
          <p:cNvPr id="2" name="TextBox 1">
            <a:extLst>
              <a:ext uri="{FF2B5EF4-FFF2-40B4-BE49-F238E27FC236}">
                <a16:creationId xmlns:a16="http://schemas.microsoft.com/office/drawing/2014/main" id="{925C303A-F07E-A65A-E11E-195022AD4B23}"/>
              </a:ext>
            </a:extLst>
          </p:cNvPr>
          <p:cNvSpPr txBox="1"/>
          <p:nvPr/>
        </p:nvSpPr>
        <p:spPr>
          <a:xfrm>
            <a:off x="7894620" y="607618"/>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a:t>
            </a:r>
          </a:p>
        </p:txBody>
      </p:sp>
      <p:sp>
        <p:nvSpPr>
          <p:cNvPr id="3" name="TextBox 2">
            <a:extLst>
              <a:ext uri="{FF2B5EF4-FFF2-40B4-BE49-F238E27FC236}">
                <a16:creationId xmlns:a16="http://schemas.microsoft.com/office/drawing/2014/main" id="{6810E88E-1EEF-282F-4F0B-5E9C2F3EEC62}"/>
              </a:ext>
            </a:extLst>
          </p:cNvPr>
          <p:cNvSpPr txBox="1"/>
          <p:nvPr/>
        </p:nvSpPr>
        <p:spPr>
          <a:xfrm>
            <a:off x="0" y="121250"/>
            <a:ext cx="7829550"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I’ve made big changes and I apologies to moderators about not mentioning them separately since this happened across multiple days.</a:t>
            </a:r>
          </a:p>
          <a:p>
            <a:endParaRPr lang="en-GB" sz="1200" dirty="0"/>
          </a:p>
          <a:p>
            <a:r>
              <a:rPr lang="en-GB" sz="1200" dirty="0"/>
              <a:t>So, what did I do.</a:t>
            </a:r>
          </a:p>
          <a:p>
            <a:endParaRPr lang="en-GB" sz="1200" dirty="0"/>
          </a:p>
          <a:p>
            <a:r>
              <a:rPr lang="en-GB" sz="1200" dirty="0"/>
              <a:t>I finished searching for sounds and began implementing them into my Game. There is also directional audio for the left and right sides of the map.</a:t>
            </a:r>
          </a:p>
          <a:p>
            <a:endParaRPr lang="en-GB" sz="1200" dirty="0"/>
          </a:p>
          <a:p>
            <a:r>
              <a:rPr lang="en-GB" sz="1200" dirty="0"/>
              <a:t>Enemies now trigger left/right versions of footstep sounds that play whether an enemy is in Camera zone 2 or 7.</a:t>
            </a:r>
          </a:p>
          <a:p>
            <a:endParaRPr lang="en-GB" sz="1200" dirty="0"/>
          </a:p>
          <a:p>
            <a:r>
              <a:rPr lang="en-GB" sz="1200" dirty="0"/>
              <a:t>I have finished designing the enemy versions </a:t>
            </a:r>
            <a:r>
              <a:rPr lang="en-GB" sz="1200" b="1" dirty="0"/>
              <a:t>(Besides Arach for he doesn’t need one) </a:t>
            </a:r>
            <a:r>
              <a:rPr lang="en-GB" sz="1200" dirty="0"/>
              <a:t>of the Camera zone and the mechanic of the zones changing based on the </a:t>
            </a:r>
            <a:r>
              <a:rPr lang="en-GB" sz="1200" dirty="0" err="1"/>
              <a:t>enenmypos</a:t>
            </a:r>
            <a:r>
              <a:rPr lang="en-GB" sz="1200" dirty="0"/>
              <a:t>. However, my original code didn’t reset the sprites after the enemy leaves it, so I have had to experiment with different methods, one of these methods is having the enemies when they change zone and are in a particular zone, reset the previous one instead of  automatically doing it as soon as it leaves it.</a:t>
            </a:r>
          </a:p>
          <a:p>
            <a:r>
              <a:rPr lang="en-GB" sz="1200" dirty="0"/>
              <a:t>I finished Implementing all the code for the zone change.</a:t>
            </a:r>
          </a:p>
          <a:p>
            <a:endParaRPr lang="en-GB" sz="1200" dirty="0"/>
          </a:p>
          <a:p>
            <a:r>
              <a:rPr lang="en-GB" sz="1200" dirty="0"/>
              <a:t>I properly adjusted the enemies and room timers to be more appropriate.</a:t>
            </a:r>
          </a:p>
          <a:p>
            <a:endParaRPr lang="en-GB" sz="1200" dirty="0"/>
          </a:p>
          <a:p>
            <a:r>
              <a:rPr lang="en-GB" sz="1200" dirty="0"/>
              <a:t>I have also doubled the oxygens decreasing rate for I found that the player could survive the night by having all the doors closed.</a:t>
            </a:r>
          </a:p>
          <a:p>
            <a:endParaRPr lang="en-GB" sz="1200" dirty="0"/>
          </a:p>
          <a:p>
            <a:r>
              <a:rPr lang="en-GB" sz="1200" dirty="0"/>
              <a:t>I also added a debug tool that allows me infinite oxygen for me to check that the enemies are moving correctly and the zones change appropriately. O-on F-off. NOTE: This is for development purposes and will not be a feature.</a:t>
            </a:r>
          </a:p>
        </p:txBody>
      </p:sp>
      <p:sp>
        <p:nvSpPr>
          <p:cNvPr id="12" name="TextBox 11">
            <a:extLst>
              <a:ext uri="{FF2B5EF4-FFF2-40B4-BE49-F238E27FC236}">
                <a16:creationId xmlns:a16="http://schemas.microsoft.com/office/drawing/2014/main" id="{7F9D5535-CF98-86FB-053E-9485F86D9A2C}"/>
              </a:ext>
            </a:extLst>
          </p:cNvPr>
          <p:cNvSpPr txBox="1"/>
          <p:nvPr/>
        </p:nvSpPr>
        <p:spPr>
          <a:xfrm>
            <a:off x="8090807" y="2361528"/>
            <a:ext cx="2073729"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zone change sprite controller.</a:t>
            </a:r>
          </a:p>
          <a:p>
            <a:endParaRPr lang="en-GB" sz="1400" dirty="0"/>
          </a:p>
          <a:p>
            <a:r>
              <a:rPr lang="en-GB" sz="1400" dirty="0"/>
              <a:t>Design Double Zones for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shot of a computer&#10;&#10;AI-generated content may be incorrect.">
            <a:extLst>
              <a:ext uri="{FF2B5EF4-FFF2-40B4-BE49-F238E27FC236}">
                <a16:creationId xmlns:a16="http://schemas.microsoft.com/office/drawing/2014/main" id="{EE31987A-FF7B-63FA-8884-5D41D9D5559C}"/>
              </a:ext>
            </a:extLst>
          </p:cNvPr>
          <p:cNvPicPr>
            <a:picLocks noChangeAspect="1"/>
          </p:cNvPicPr>
          <p:nvPr/>
        </p:nvPicPr>
        <p:blipFill>
          <a:blip r:embed="rId2"/>
          <a:stretch>
            <a:fillRect/>
          </a:stretch>
        </p:blipFill>
        <p:spPr>
          <a:xfrm>
            <a:off x="108702" y="4793379"/>
            <a:ext cx="11974596" cy="1943371"/>
          </a:xfrm>
          <a:prstGeom prst="rect">
            <a:avLst/>
          </a:prstGeom>
        </p:spPr>
      </p:pic>
      <p:pic>
        <p:nvPicPr>
          <p:cNvPr id="9" name="Picture 8" descr="A screen shot of a computer">
            <a:extLst>
              <a:ext uri="{FF2B5EF4-FFF2-40B4-BE49-F238E27FC236}">
                <a16:creationId xmlns:a16="http://schemas.microsoft.com/office/drawing/2014/main" id="{E8B401EE-600A-8E6E-DC76-F553F175CDE5}"/>
              </a:ext>
            </a:extLst>
          </p:cNvPr>
          <p:cNvPicPr>
            <a:picLocks noChangeAspect="1"/>
          </p:cNvPicPr>
          <p:nvPr/>
        </p:nvPicPr>
        <p:blipFill>
          <a:blip r:embed="rId3"/>
          <a:stretch>
            <a:fillRect/>
          </a:stretch>
        </p:blipFill>
        <p:spPr>
          <a:xfrm>
            <a:off x="8144955" y="1390256"/>
            <a:ext cx="2400635" cy="771633"/>
          </a:xfrm>
          <a:prstGeom prst="rect">
            <a:avLst/>
          </a:prstGeom>
        </p:spPr>
      </p:pic>
    </p:spTree>
    <p:extLst>
      <p:ext uri="{BB962C8B-B14F-4D97-AF65-F5344CB8AC3E}">
        <p14:creationId xmlns:p14="http://schemas.microsoft.com/office/powerpoint/2010/main" val="513964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ECF1-DA48-4B67-A7A6-DE398EF4ED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29FFFD-FA54-2184-B750-40D60A7B7016}"/>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9/02/2026</a:t>
            </a:r>
          </a:p>
        </p:txBody>
      </p:sp>
      <p:sp>
        <p:nvSpPr>
          <p:cNvPr id="2" name="TextBox 1">
            <a:extLst>
              <a:ext uri="{FF2B5EF4-FFF2-40B4-BE49-F238E27FC236}">
                <a16:creationId xmlns:a16="http://schemas.microsoft.com/office/drawing/2014/main" id="{E123AF8E-C573-278C-31F7-DEF436DA3087}"/>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B02B0936-5426-F729-E947-C7D9B8AEEA64}"/>
              </a:ext>
            </a:extLst>
          </p:cNvPr>
          <p:cNvSpPr txBox="1"/>
          <p:nvPr/>
        </p:nvSpPr>
        <p:spPr>
          <a:xfrm>
            <a:off x="0" y="121250"/>
            <a:ext cx="4906736" cy="674030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apologies for this gap in my development log and me not mentioning the two previous versions before V.0.9.3.</a:t>
            </a:r>
          </a:p>
          <a:p>
            <a:endParaRPr lang="en-GB" sz="1200" dirty="0"/>
          </a:p>
          <a:p>
            <a:r>
              <a:rPr lang="en-GB" sz="1200" dirty="0"/>
              <a:t>To catch things up V.0.9.1 to V.0.9.2 were my attempts in making the zone sprite change controller. Unfortunately, I failed in both versions to create a working version of the zone sprite change mechanic.</a:t>
            </a:r>
          </a:p>
          <a:p>
            <a:endParaRPr lang="en-GB" sz="1200" dirty="0"/>
          </a:p>
          <a:p>
            <a:r>
              <a:rPr lang="en-GB" sz="1200" dirty="0"/>
              <a:t>I started by giving each individual zone object code telling them to change their sprites based on if an enemy or enemies are in it. The zones changed sprites but didn’t return to normal and was separate from the enemies' movement.</a:t>
            </a:r>
          </a:p>
          <a:p>
            <a:endParaRPr lang="en-GB" sz="1200" dirty="0"/>
          </a:p>
          <a:p>
            <a:r>
              <a:rPr lang="en-GB" sz="1200" dirty="0"/>
              <a:t>In, V.0.9.2 I tried adding the zone sprite change into the enemy's movement code using </a:t>
            </a:r>
            <a:r>
              <a:rPr lang="en-GB" sz="1200" dirty="0" err="1"/>
              <a:t>object_set_sprite</a:t>
            </a:r>
            <a:r>
              <a:rPr lang="en-GB" sz="1200" dirty="0"/>
              <a:t>(). This also didn’t work same as V.0.9.1. The issue seemed to lie with the fact that the zones couldn’t revert to their original sprite.</a:t>
            </a:r>
          </a:p>
          <a:p>
            <a:endParaRPr lang="en-GB" sz="1200" dirty="0"/>
          </a:p>
          <a:p>
            <a:r>
              <a:rPr lang="en-GB" sz="1200" dirty="0"/>
              <a:t>V.0.9.3 is where I have a working change zone mechanic. A Friend of mine gave me guidance and explained to me that instead of using </a:t>
            </a:r>
            <a:r>
              <a:rPr lang="en-GB" sz="1200" dirty="0" err="1"/>
              <a:t>object_set_sprite</a:t>
            </a:r>
            <a:r>
              <a:rPr lang="en-GB" sz="1200" dirty="0"/>
              <a:t>, I instead make the alternate zone sprite versions into objects and use </a:t>
            </a:r>
            <a:r>
              <a:rPr lang="en-GB" sz="1200" dirty="0" err="1"/>
              <a:t>instance_layer</a:t>
            </a:r>
            <a:r>
              <a:rPr lang="en-GB" sz="1200" dirty="0"/>
              <a:t> to create the object zones and destroy them. </a:t>
            </a:r>
          </a:p>
          <a:p>
            <a:endParaRPr lang="en-GB" sz="1200" dirty="0"/>
          </a:p>
          <a:p>
            <a:r>
              <a:rPr lang="en-GB" sz="1200" dirty="0"/>
              <a:t>The way it works is quite simple. What the </a:t>
            </a:r>
            <a:r>
              <a:rPr lang="en-GB" sz="1200" dirty="0" err="1"/>
              <a:t>instance_layer</a:t>
            </a:r>
            <a:r>
              <a:rPr lang="en-GB" sz="1200" dirty="0"/>
              <a:t> does is guarantee that the zone object is removed and then replaced. This code was used inside of Level 1 </a:t>
            </a:r>
            <a:r>
              <a:rPr lang="en-GB" sz="1200" dirty="0" err="1"/>
              <a:t>Gwibers</a:t>
            </a:r>
            <a:r>
              <a:rPr lang="en-GB" sz="1200" dirty="0"/>
              <a:t> movement code. The code checks if </a:t>
            </a:r>
            <a:r>
              <a:rPr lang="en-GB" sz="1200" dirty="0" err="1"/>
              <a:t>Gwibers</a:t>
            </a:r>
            <a:r>
              <a:rPr lang="en-GB" sz="1200" dirty="0"/>
              <a:t> next zone, the one he’s moving to is or isn’t occupied by K9. This allows </a:t>
            </a:r>
            <a:r>
              <a:rPr lang="en-GB" sz="1200" dirty="0" err="1"/>
              <a:t>Gwiber</a:t>
            </a:r>
            <a:r>
              <a:rPr lang="en-GB" sz="1200" dirty="0"/>
              <a:t> to destroy the next zones instance layer and replace it with the correct one based on if K9 is or isn’t in it. This also works the other way around and if </a:t>
            </a:r>
            <a:r>
              <a:rPr lang="en-GB" sz="1200" dirty="0" err="1"/>
              <a:t>Gwiber</a:t>
            </a:r>
            <a:r>
              <a:rPr lang="en-GB" sz="1200" dirty="0"/>
              <a:t> moves to lets say 1 from 2, </a:t>
            </a:r>
            <a:r>
              <a:rPr lang="en-GB" sz="1200" dirty="0" err="1"/>
              <a:t>Giwber</a:t>
            </a:r>
            <a:r>
              <a:rPr lang="en-GB" sz="1200" dirty="0"/>
              <a:t> will check if K9 is or isn’t in Zone 2 and Replace Zones 2 object accordingly.</a:t>
            </a:r>
          </a:p>
          <a:p>
            <a:endParaRPr lang="en-GB" sz="1200" dirty="0"/>
          </a:p>
          <a:p>
            <a:r>
              <a:rPr lang="en-GB" sz="1200" dirty="0"/>
              <a:t>Note: Only Level 1 and Level 1 </a:t>
            </a:r>
            <a:r>
              <a:rPr lang="en-GB" sz="1200" dirty="0" err="1"/>
              <a:t>Gwiber</a:t>
            </a:r>
            <a:r>
              <a:rPr lang="en-GB" sz="1200" dirty="0"/>
              <a:t> have this code.</a:t>
            </a:r>
          </a:p>
          <a:p>
            <a:endParaRPr lang="en-GB" sz="1200" dirty="0"/>
          </a:p>
          <a:p>
            <a:r>
              <a:rPr lang="en-GB" sz="1200" dirty="0"/>
              <a:t>I also designed the Double Zones for when enemies are in the same zone together.</a:t>
            </a:r>
          </a:p>
        </p:txBody>
      </p:sp>
      <p:sp>
        <p:nvSpPr>
          <p:cNvPr id="12" name="TextBox 11">
            <a:extLst>
              <a:ext uri="{FF2B5EF4-FFF2-40B4-BE49-F238E27FC236}">
                <a16:creationId xmlns:a16="http://schemas.microsoft.com/office/drawing/2014/main" id="{83339772-E0CC-C0C2-7CD9-7328158EA734}"/>
              </a:ext>
            </a:extLst>
          </p:cNvPr>
          <p:cNvSpPr txBox="1"/>
          <p:nvPr/>
        </p:nvSpPr>
        <p:spPr>
          <a:xfrm>
            <a:off x="7537550" y="107525"/>
            <a:ext cx="4286175" cy="4401205"/>
          </a:xfrm>
          <a:prstGeom prst="rect">
            <a:avLst/>
          </a:prstGeom>
          <a:noFill/>
        </p:spPr>
        <p:txBody>
          <a:bodyPr wrap="square" rtlCol="0">
            <a:spAutoFit/>
          </a:bodyPr>
          <a:lstStyle/>
          <a:p>
            <a:r>
              <a:rPr lang="en-GB" sz="1400" dirty="0"/>
              <a:t>What to Do next session</a:t>
            </a:r>
          </a:p>
          <a:p>
            <a:endParaRPr lang="en-GB" sz="1400" dirty="0"/>
          </a:p>
          <a:p>
            <a:r>
              <a:rPr lang="en-GB" sz="1400" dirty="0"/>
              <a:t>Finish level 1 enemies zone change mechanic</a:t>
            </a:r>
          </a:p>
          <a:p>
            <a:endParaRPr lang="en-GB" sz="1400" dirty="0"/>
          </a:p>
          <a:p>
            <a:r>
              <a:rPr lang="en-GB" sz="1400" dirty="0"/>
              <a:t>Design jump-scares</a:t>
            </a:r>
          </a:p>
          <a:p>
            <a:endParaRPr lang="en-GB" sz="1400" dirty="0"/>
          </a:p>
          <a:p>
            <a:r>
              <a:rPr lang="en-GB" sz="1400" dirty="0"/>
              <a:t>Implement Jump-scares into the game.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45C09BB4-6063-9416-F5F4-473ED8B94638}"/>
              </a:ext>
            </a:extLst>
          </p:cNvPr>
          <p:cNvPicPr>
            <a:picLocks noChangeAspect="1"/>
          </p:cNvPicPr>
          <p:nvPr/>
        </p:nvPicPr>
        <p:blipFill>
          <a:blip r:embed="rId2"/>
          <a:stretch>
            <a:fillRect/>
          </a:stretch>
        </p:blipFill>
        <p:spPr>
          <a:xfrm>
            <a:off x="5316789" y="2113037"/>
            <a:ext cx="6096883" cy="4484159"/>
          </a:xfrm>
          <a:prstGeom prst="rect">
            <a:avLst/>
          </a:prstGeom>
        </p:spPr>
      </p:pic>
      <p:sp>
        <p:nvSpPr>
          <p:cNvPr id="8" name="TextBox 7">
            <a:extLst>
              <a:ext uri="{FF2B5EF4-FFF2-40B4-BE49-F238E27FC236}">
                <a16:creationId xmlns:a16="http://schemas.microsoft.com/office/drawing/2014/main" id="{88E7019B-9FB6-BEDE-7214-5C543DB0234D}"/>
              </a:ext>
            </a:extLst>
          </p:cNvPr>
          <p:cNvSpPr txBox="1"/>
          <p:nvPr/>
        </p:nvSpPr>
        <p:spPr>
          <a:xfrm>
            <a:off x="5015350" y="1028700"/>
            <a:ext cx="1875307" cy="830997"/>
          </a:xfrm>
          <a:prstGeom prst="rect">
            <a:avLst/>
          </a:prstGeom>
          <a:noFill/>
        </p:spPr>
        <p:txBody>
          <a:bodyPr wrap="square" rtlCol="0">
            <a:spAutoFit/>
          </a:bodyPr>
          <a:lstStyle/>
          <a:p>
            <a:r>
              <a:rPr lang="en-GB" sz="1200" dirty="0"/>
              <a:t>Last thing, I made a sound controller to make it easier to manage the sounds in the game.</a:t>
            </a:r>
          </a:p>
        </p:txBody>
      </p:sp>
    </p:spTree>
    <p:extLst>
      <p:ext uri="{BB962C8B-B14F-4D97-AF65-F5344CB8AC3E}">
        <p14:creationId xmlns:p14="http://schemas.microsoft.com/office/powerpoint/2010/main" val="329305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52D63-0913-40A3-A082-16F5A498D5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2472B1-828A-C8FC-269C-59E5229378E0}"/>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10/02/2026</a:t>
            </a:r>
          </a:p>
        </p:txBody>
      </p:sp>
      <p:sp>
        <p:nvSpPr>
          <p:cNvPr id="2" name="TextBox 1">
            <a:extLst>
              <a:ext uri="{FF2B5EF4-FFF2-40B4-BE49-F238E27FC236}">
                <a16:creationId xmlns:a16="http://schemas.microsoft.com/office/drawing/2014/main" id="{34289866-E8F5-AD39-D6C7-2BD8012A7032}"/>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0C64B911-15FF-5BFC-4CB8-1A785568E084}"/>
              </a:ext>
            </a:extLst>
          </p:cNvPr>
          <p:cNvSpPr txBox="1"/>
          <p:nvPr/>
        </p:nvSpPr>
        <p:spPr>
          <a:xfrm>
            <a:off x="0" y="121250"/>
            <a:ext cx="4906736" cy="433965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implemented to Jump-scares to work similarly to how the enemies change zone.</a:t>
            </a:r>
          </a:p>
          <a:p>
            <a:endParaRPr lang="en-GB" sz="1200" dirty="0"/>
          </a:p>
          <a:p>
            <a:r>
              <a:rPr lang="en-GB" sz="1200" dirty="0"/>
              <a:t>How the jump-scares work is that when dead = true the death screen timer begins, counting down to when the player should change to the death screen room. During this time, the jump-scare happens. What the Jump-scare is, is just the enemies forcing the players camera view to go to the jump-scare zone in which the enemies can then change it into their jump-scare. Scaring the Player :).</a:t>
            </a:r>
          </a:p>
          <a:p>
            <a:endParaRPr lang="en-GB" sz="1200" dirty="0"/>
          </a:p>
          <a:p>
            <a:r>
              <a:rPr lang="en-GB" sz="1200" dirty="0"/>
              <a:t>This was done using a newly added zone that only the enemies can interact with. This will be the jump-scare zone. The enemies can change this zone as they please into the version related to the enemy that killed you.</a:t>
            </a:r>
          </a:p>
          <a:p>
            <a:endParaRPr lang="en-GB" sz="1200" dirty="0"/>
          </a:p>
          <a:p>
            <a:r>
              <a:rPr lang="en-GB" sz="1200" dirty="0"/>
              <a:t>I have run into a problem concerning the aftermath of player death. The door and vent controller is persistent meaning that even after dying the doors/vents that are closed, remain that way after death. The issue with the doors/vents is that their code isn’t as simple as making </a:t>
            </a:r>
            <a:r>
              <a:rPr lang="en-GB" sz="1200" dirty="0" err="1"/>
              <a:t>global.door_open</a:t>
            </a:r>
            <a:r>
              <a:rPr lang="en-GB" sz="1200" dirty="0"/>
              <a:t> = true. The doors and vents are synced with each other and require themselves to change sprite as well as know what state they are in for the oxygen count. I’m going to try and find a solution </a:t>
            </a:r>
            <a:r>
              <a:rPr lang="en-GB" sz="1200"/>
              <a:t>to this.</a:t>
            </a:r>
            <a:endParaRPr lang="en-GB" sz="1200" dirty="0"/>
          </a:p>
        </p:txBody>
      </p:sp>
      <p:sp>
        <p:nvSpPr>
          <p:cNvPr id="12" name="TextBox 11">
            <a:extLst>
              <a:ext uri="{FF2B5EF4-FFF2-40B4-BE49-F238E27FC236}">
                <a16:creationId xmlns:a16="http://schemas.microsoft.com/office/drawing/2014/main" id="{98A250EB-DC51-5D1D-5E2C-D7A3E200CF2F}"/>
              </a:ext>
            </a:extLst>
          </p:cNvPr>
          <p:cNvSpPr txBox="1"/>
          <p:nvPr/>
        </p:nvSpPr>
        <p:spPr>
          <a:xfrm>
            <a:off x="7537550" y="107525"/>
            <a:ext cx="4286175" cy="3754874"/>
          </a:xfrm>
          <a:prstGeom prst="rect">
            <a:avLst/>
          </a:prstGeom>
          <a:noFill/>
        </p:spPr>
        <p:txBody>
          <a:bodyPr wrap="square" rtlCol="0">
            <a:spAutoFit/>
          </a:bodyPr>
          <a:lstStyle/>
          <a:p>
            <a:r>
              <a:rPr lang="en-GB" sz="1400" dirty="0"/>
              <a:t>What to Do next session</a:t>
            </a:r>
          </a:p>
          <a:p>
            <a:endParaRPr lang="en-GB" sz="1400" dirty="0"/>
          </a:p>
          <a:p>
            <a:r>
              <a:rPr lang="en-GB" sz="1400" dirty="0"/>
              <a:t>Make Doors and Vents be in an open state after death.</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1411057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98632483"/>
              </p:ext>
            </p:extLst>
          </p:nvPr>
        </p:nvGraphicFramePr>
        <p:xfrm>
          <a:off x="0" y="0"/>
          <a:ext cx="11988463" cy="41612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19. Build V.0.7.2</a:t>
                      </a:r>
                    </a:p>
                  </a:txBody>
                  <a:tcPr/>
                </a:tc>
                <a:tc>
                  <a:txBody>
                    <a:bodyPr/>
                    <a:lstStyle/>
                    <a:p>
                      <a:r>
                        <a:rPr lang="en-GB" sz="11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err="1"/>
                        <a:t>Obj_amcd_prototype</a:t>
                      </a:r>
                      <a:endParaRPr lang="en-GB" sz="1100" dirty="0"/>
                    </a:p>
                  </a:txBody>
                  <a:tcPr/>
                </a:tc>
                <a:tc>
                  <a:txBody>
                    <a:bodyPr/>
                    <a:lstStyle/>
                    <a:p>
                      <a:r>
                        <a:rPr lang="en-GB" sz="1100" dirty="0"/>
                        <a:t>Prototype has full access to every single zone in the level. Just like bulker as well, if he is watched he slows down. When he is at cam 2 or 7 if the door is closed he’ll wait there for a long time before moving away. He can also move to random zones from that point.</a:t>
                      </a:r>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028166049"/>
                  </a:ext>
                </a:extLst>
              </a:tr>
              <a:tr h="649481">
                <a:tc>
                  <a:txBody>
                    <a:bodyPr/>
                    <a:lstStyle/>
                    <a:p>
                      <a:r>
                        <a:rPr lang="en-GB" sz="1100" dirty="0"/>
                        <a:t>20. Build V.0.9</a:t>
                      </a:r>
                    </a:p>
                  </a:txBody>
                  <a:tcPr/>
                </a:tc>
                <a:tc>
                  <a:txBody>
                    <a:bodyPr/>
                    <a:lstStyle/>
                    <a:p>
                      <a:r>
                        <a:rPr lang="en-GB" sz="1100" dirty="0" err="1"/>
                        <a:t>Rm_level</a:t>
                      </a:r>
                      <a:r>
                        <a:rPr lang="en-GB" sz="1100" dirty="0"/>
                        <a:t> 1 to 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Object_camera_zones_1 to 20.</a:t>
                      </a:r>
                    </a:p>
                  </a:txBody>
                  <a:tcPr/>
                </a:tc>
                <a:tc>
                  <a:txBody>
                    <a:bodyPr/>
                    <a:lstStyle/>
                    <a:p>
                      <a:r>
                        <a:rPr lang="en-GB" sz="1100" dirty="0"/>
                        <a:t>For all zones, if </a:t>
                      </a:r>
                      <a:r>
                        <a:rPr lang="en-GB" sz="1100" dirty="0" err="1"/>
                        <a:t>enemypos</a:t>
                      </a:r>
                      <a:r>
                        <a:rPr lang="en-GB" sz="1100" dirty="0"/>
                        <a:t> = zone number, sprite index = enemy version zone. If !</a:t>
                      </a:r>
                      <a:r>
                        <a:rPr lang="en-GB" sz="1100" dirty="0" err="1"/>
                        <a:t>enemypos</a:t>
                      </a:r>
                      <a:r>
                        <a:rPr lang="en-GB" sz="1100" dirty="0"/>
                        <a:t> = zone number, sprite index normal.</a:t>
                      </a:r>
                    </a:p>
                  </a:txBody>
                  <a:tcPr/>
                </a:tc>
                <a:tc>
                  <a:txBody>
                    <a:bodyPr/>
                    <a:lstStyle/>
                    <a:p>
                      <a:r>
                        <a:rPr lang="en-GB" sz="1100" dirty="0"/>
                        <a:t>This was first made for Bulker, and I can confirm that when bulker changes ones the camera zones change sprites correctly but the previous zone he was in doesn’t reset back to normal, so I’m going to try and use alarms instead.</a:t>
                      </a:r>
                    </a:p>
                  </a:txBody>
                  <a:tcPr/>
                </a:tc>
                <a:tc>
                  <a:txBody>
                    <a:bodyPr/>
                    <a:lstStyle/>
                    <a:p>
                      <a:r>
                        <a:rPr lang="en-GB" sz="1100" dirty="0"/>
                        <a:t>To find a solution, I </a:t>
                      </a:r>
                      <a:r>
                        <a:rPr lang="en-GB" sz="1100"/>
                        <a:t>will move up to Build V.0.9 to V.0.9.1</a:t>
                      </a:r>
                      <a:endParaRPr lang="en-GB" sz="1100" dirty="0"/>
                    </a:p>
                  </a:txBody>
                  <a:tcPr/>
                </a:tc>
                <a:extLst>
                  <a:ext uri="{0D108BD9-81ED-4DB2-BD59-A6C34878D82A}">
                    <a16:rowId xmlns:a16="http://schemas.microsoft.com/office/drawing/2014/main" val="772414473"/>
                  </a:ext>
                </a:extLst>
              </a:tr>
            </a:tbl>
          </a:graphicData>
        </a:graphic>
      </p:graphicFrame>
    </p:spTree>
    <p:extLst>
      <p:ext uri="{BB962C8B-B14F-4D97-AF65-F5344CB8AC3E}">
        <p14:creationId xmlns:p14="http://schemas.microsoft.com/office/powerpoint/2010/main" val="3685646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3973</TotalTime>
  <Words>10755</Words>
  <Application>Microsoft Office PowerPoint</Application>
  <PresentationFormat>Widescreen</PresentationFormat>
  <Paragraphs>1002</Paragraphs>
  <Slides>41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374</cp:revision>
  <dcterms:created xsi:type="dcterms:W3CDTF">2025-10-10T09:00:53Z</dcterms:created>
  <dcterms:modified xsi:type="dcterms:W3CDTF">2026-02-10T11:48:53Z</dcterms:modified>
</cp:coreProperties>
</file>