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57" r:id="rId27"/>
    <p:sldId id="267" r:id="rId28"/>
    <p:sldId id="270" r:id="rId29"/>
    <p:sldId id="272" r:id="rId30"/>
    <p:sldId id="276" r:id="rId31"/>
    <p:sldId id="278" r:id="rId32"/>
    <p:sldId id="284" r:id="rId33"/>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8/10/relationships/authors" Target="authors.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29/01/2026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29/01/2026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29/01/2026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29/01/2026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29/01/2026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29/01/2026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29/01/2026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a:t>
            </a:r>
            <a:r>
              <a:rPr lang="en-GB" sz="1200" dirty="0" err="1"/>
              <a:t>Gwiber</a:t>
            </a:r>
            <a:r>
              <a:rPr lang="en-GB" sz="1200" dirty="0"/>
              <a:t>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a:t>
            </a:r>
            <a:r>
              <a:rPr lang="en-GB" sz="1200" dirty="0" err="1"/>
              <a:t>Gwiber</a:t>
            </a:r>
            <a:r>
              <a:rPr lang="en-GB" sz="1200" dirty="0"/>
              <a:t>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err="1"/>
                        <a:t>Gwiber</a:t>
                      </a:r>
                      <a:r>
                        <a:rPr lang="en-GB" sz="1100" dirty="0"/>
                        <a:t> and K9 retain their original movement but now have access to extra zones.</a:t>
                      </a:r>
                    </a:p>
                    <a:p>
                      <a:endParaRPr lang="en-GB" sz="1100" dirty="0"/>
                    </a:p>
                    <a:p>
                      <a:r>
                        <a:rPr lang="en-GB" sz="1100" dirty="0"/>
                        <a:t>Both </a:t>
                      </a:r>
                      <a:r>
                        <a:rPr lang="en-GB" sz="1100" dirty="0" err="1"/>
                        <a:t>Gwiber</a:t>
                      </a:r>
                      <a:r>
                        <a:rPr lang="en-GB" sz="1100" dirty="0"/>
                        <a:t>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err="1"/>
                        <a:t>Gwiber</a:t>
                      </a:r>
                      <a:r>
                        <a:rPr lang="en-GB" sz="1100" dirty="0"/>
                        <a:t>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2963</TotalTime>
  <Words>8539</Words>
  <Application>Microsoft Office PowerPoint</Application>
  <PresentationFormat>Widescreen</PresentationFormat>
  <Paragraphs>746</Paragraphs>
  <Slides>32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319</cp:revision>
  <dcterms:created xsi:type="dcterms:W3CDTF">2025-10-10T09:00:53Z</dcterms:created>
  <dcterms:modified xsi:type="dcterms:W3CDTF">2026-01-29T16:02:47Z</dcterms:modified>
</cp:coreProperties>
</file>