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57" r:id="rId10"/>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7" d="100"/>
          <a:sy n="117" d="100"/>
        </p:scale>
        <p:origin x="29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10/01/2026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10/01/2026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10/01/2026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10/01/2026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10/01/2026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10/01/2026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10/01/2026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11155" y="428674"/>
            <a:ext cx="5136348" cy="40318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Unfortunately, due to mistakes and not having functional code Critical Failure V0.4.7.5 is officially a failed version of my game.</a:t>
            </a:r>
          </a:p>
          <a:p>
            <a:endParaRPr lang="en-GB" sz="1600" dirty="0"/>
          </a:p>
          <a:p>
            <a:r>
              <a:rPr lang="en-GB" sz="1600" dirty="0"/>
              <a:t>However, learning from mistakes form that version I made Critical Failure V.0.5. From here I re-designed the enemy movement code and was able to get a good start in creating the enemy's foundation.</a:t>
            </a:r>
          </a:p>
          <a:p>
            <a:endParaRPr lang="en-GB" sz="1600" dirty="0"/>
          </a:p>
          <a:p>
            <a:r>
              <a:rPr lang="en-GB" sz="16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but for my enemies to act and move the I want them to</a:t>
            </a:r>
          </a:p>
          <a:p>
            <a:r>
              <a:rPr lang="en-GB" sz="1200" dirty="0"/>
              <a:t>move. As it is the enemies are moving but only through code not physically within the room.</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11155" y="4555672"/>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343290" y="4377237"/>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850</TotalTime>
  <Words>1975</Words>
  <Application>Microsoft Office PowerPoint</Application>
  <PresentationFormat>Widescreen</PresentationFormat>
  <Paragraphs>202</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132</cp:revision>
  <dcterms:created xsi:type="dcterms:W3CDTF">2025-10-10T09:00:53Z</dcterms:created>
  <dcterms:modified xsi:type="dcterms:W3CDTF">2026-01-10T12:28:58Z</dcterms:modified>
</cp:coreProperties>
</file>