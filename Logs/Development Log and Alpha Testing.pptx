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57" r:id="rId9"/>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116" d="100"/>
          <a:sy n="116" d="100"/>
        </p:scale>
        <p:origin x="108"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6"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R24887099 (Ieuan Jarvis)" userId="S::jar24887099@stu.gcs.ac.uk::ca6f5ab3-fc5c-42ee-a46c-5f4c8d500c29" providerId="AD" clId="Web-{B3A2F057-D9CB-BEFB-7B99-58B46FACF419}"/>
    <pc:docChg chg="modSld">
      <pc:chgData name="JAR24887099 (Ieuan Jarvis)" userId="S::jar24887099@stu.gcs.ac.uk::ca6f5ab3-fc5c-42ee-a46c-5f4c8d500c29" providerId="AD" clId="Web-{B3A2F057-D9CB-BEFB-7B99-58B46FACF419}" dt="2025-10-10T09:01:16.390" v="6" actId="20577"/>
      <pc:docMkLst>
        <pc:docMk/>
      </pc:docMkLst>
      <pc:sldChg chg="addSp delSp modSp">
        <pc:chgData name="JAR24887099 (Ieuan Jarvis)" userId="S::jar24887099@stu.gcs.ac.uk::ca6f5ab3-fc5c-42ee-a46c-5f4c8d500c29" providerId="AD" clId="Web-{B3A2F057-D9CB-BEFB-7B99-58B46FACF419}" dt="2025-10-10T09:01:16.390" v="6" actId="20577"/>
        <pc:sldMkLst>
          <pc:docMk/>
          <pc:sldMk cId="109857222" sldId="256"/>
        </pc:sldMkLst>
        <pc:spChg chg="del">
          <ac:chgData name="JAR24887099 (Ieuan Jarvis)" userId="S::jar24887099@stu.gcs.ac.uk::ca6f5ab3-fc5c-42ee-a46c-5f4c8d500c29" providerId="AD" clId="Web-{B3A2F057-D9CB-BEFB-7B99-58B46FACF419}" dt="2025-10-10T09:01:06.671" v="1"/>
          <ac:spMkLst>
            <pc:docMk/>
            <pc:sldMk cId="109857222" sldId="256"/>
            <ac:spMk id="2" creationId="{00000000-0000-0000-0000-000000000000}"/>
          </ac:spMkLst>
        </pc:spChg>
        <pc:spChg chg="del">
          <ac:chgData name="JAR24887099 (Ieuan Jarvis)" userId="S::jar24887099@stu.gcs.ac.uk::ca6f5ab3-fc5c-42ee-a46c-5f4c8d500c29" providerId="AD" clId="Web-{B3A2F057-D9CB-BEFB-7B99-58B46FACF419}" dt="2025-10-10T09:01:06.671" v="0"/>
          <ac:spMkLst>
            <pc:docMk/>
            <pc:sldMk cId="109857222" sldId="256"/>
            <ac:spMk id="3" creationId="{00000000-0000-0000-0000-000000000000}"/>
          </ac:spMkLst>
        </pc:spChg>
        <pc:spChg chg="add mod">
          <ac:chgData name="JAR24887099 (Ieuan Jarvis)" userId="S::jar24887099@stu.gcs.ac.uk::ca6f5ab3-fc5c-42ee-a46c-5f4c8d500c29" providerId="AD" clId="Web-{B3A2F057-D9CB-BEFB-7B99-58B46FACF419}" dt="2025-10-10T09:01:16.390" v="6" actId="20577"/>
          <ac:spMkLst>
            <pc:docMk/>
            <pc:sldMk cId="109857222" sldId="256"/>
            <ac:spMk id="4" creationId="{411363CF-6A0B-0B94-74A0-D17285299A62}"/>
          </ac:spMkLst>
        </pc:spChg>
      </pc:sldChg>
    </pc:docChg>
  </pc:docChgLst>
  <pc:docChgLst>
    <pc:chgData name="JAR24887099 (Ieuan Jarvis)" userId="S::jar24887099@stu.gcs.ac.uk::ca6f5ab3-fc5c-42ee-a46c-5f4c8d500c29" providerId="AD" clId="Web-{A3940E55-2AF4-3544-3025-A50D6A750F6B}"/>
    <pc:docChg chg="mod addSld delSld modSld">
      <pc:chgData name="JAR24887099 (Ieuan Jarvis)" userId="S::jar24887099@stu.gcs.ac.uk::ca6f5ab3-fc5c-42ee-a46c-5f4c8d500c29" providerId="AD" clId="Web-{A3940E55-2AF4-3544-3025-A50D6A750F6B}" dt="2025-10-10T09:14:48.936" v="989"/>
      <pc:docMkLst>
        <pc:docMk/>
      </pc:docMkLst>
      <pc:sldChg chg="addSp modSp">
        <pc:chgData name="JAR24887099 (Ieuan Jarvis)" userId="S::jar24887099@stu.gcs.ac.uk::ca6f5ab3-fc5c-42ee-a46c-5f4c8d500c29" providerId="AD" clId="Web-{A3940E55-2AF4-3544-3025-A50D6A750F6B}" dt="2025-10-10T09:05:44.769" v="142" actId="20577"/>
        <pc:sldMkLst>
          <pc:docMk/>
          <pc:sldMk cId="109857222" sldId="256"/>
        </pc:sldMkLst>
        <pc:spChg chg="add mod">
          <ac:chgData name="JAR24887099 (Ieuan Jarvis)" userId="S::jar24887099@stu.gcs.ac.uk::ca6f5ab3-fc5c-42ee-a46c-5f4c8d500c29" providerId="AD" clId="Web-{A3940E55-2AF4-3544-3025-A50D6A750F6B}" dt="2025-10-10T09:05:41.769" v="140" actId="20577"/>
          <ac:spMkLst>
            <pc:docMk/>
            <pc:sldMk cId="109857222" sldId="256"/>
            <ac:spMk id="2" creationId="{AF1B1338-8017-36DE-855E-3547A044D322}"/>
          </ac:spMkLst>
        </pc:spChg>
        <pc:spChg chg="add mod">
          <ac:chgData name="JAR24887099 (Ieuan Jarvis)" userId="S::jar24887099@stu.gcs.ac.uk::ca6f5ab3-fc5c-42ee-a46c-5f4c8d500c29" providerId="AD" clId="Web-{A3940E55-2AF4-3544-3025-A50D6A750F6B}" dt="2025-10-10T09:05:38.909" v="138" actId="20577"/>
          <ac:spMkLst>
            <pc:docMk/>
            <pc:sldMk cId="109857222" sldId="256"/>
            <ac:spMk id="3" creationId="{ABD11597-3654-1961-B5A6-D8586A06F825}"/>
          </ac:spMkLst>
        </pc:spChg>
        <pc:spChg chg="mod">
          <ac:chgData name="JAR24887099 (Ieuan Jarvis)" userId="S::jar24887099@stu.gcs.ac.uk::ca6f5ab3-fc5c-42ee-a46c-5f4c8d500c29" providerId="AD" clId="Web-{A3940E55-2AF4-3544-3025-A50D6A750F6B}" dt="2025-10-10T09:05:44.769" v="142" actId="20577"/>
          <ac:spMkLst>
            <pc:docMk/>
            <pc:sldMk cId="109857222" sldId="256"/>
            <ac:spMk id="4" creationId="{411363CF-6A0B-0B94-74A0-D17285299A62}"/>
          </ac:spMkLst>
        </pc:spChg>
        <pc:spChg chg="add mod">
          <ac:chgData name="JAR24887099 (Ieuan Jarvis)" userId="S::jar24887099@stu.gcs.ac.uk::ca6f5ab3-fc5c-42ee-a46c-5f4c8d500c29" providerId="AD" clId="Web-{A3940E55-2AF4-3544-3025-A50D6A750F6B}" dt="2025-10-10T09:04:00.016" v="75"/>
          <ac:spMkLst>
            <pc:docMk/>
            <pc:sldMk cId="109857222" sldId="256"/>
            <ac:spMk id="5" creationId="{DCA695A0-909F-2E29-C934-FA8D8A2486AB}"/>
          </ac:spMkLst>
        </pc:spChg>
        <pc:spChg chg="add mod">
          <ac:chgData name="JAR24887099 (Ieuan Jarvis)" userId="S::jar24887099@stu.gcs.ac.uk::ca6f5ab3-fc5c-42ee-a46c-5f4c8d500c29" providerId="AD" clId="Web-{A3940E55-2AF4-3544-3025-A50D6A750F6B}" dt="2025-10-10T09:05:32.800" v="137" actId="1076"/>
          <ac:spMkLst>
            <pc:docMk/>
            <pc:sldMk cId="109857222" sldId="256"/>
            <ac:spMk id="6" creationId="{E0A8C236-FDA4-5077-8330-330C0462E935}"/>
          </ac:spMkLst>
        </pc:spChg>
      </pc:sldChg>
      <pc:sldChg chg="addSp delSp modSp new">
        <pc:chgData name="JAR24887099 (Ieuan Jarvis)" userId="S::jar24887099@stu.gcs.ac.uk::ca6f5ab3-fc5c-42ee-a46c-5f4c8d500c29" providerId="AD" clId="Web-{A3940E55-2AF4-3544-3025-A50D6A750F6B}" dt="2025-10-10T09:14:48.936" v="989"/>
        <pc:sldMkLst>
          <pc:docMk/>
          <pc:sldMk cId="701652988" sldId="257"/>
        </pc:sldMkLst>
        <pc:spChg chg="del">
          <ac:chgData name="JAR24887099 (Ieuan Jarvis)" userId="S::jar24887099@stu.gcs.ac.uk::ca6f5ab3-fc5c-42ee-a46c-5f4c8d500c29" providerId="AD" clId="Web-{A3940E55-2AF4-3544-3025-A50D6A750F6B}" dt="2025-10-10T09:08:31.391" v="173"/>
          <ac:spMkLst>
            <pc:docMk/>
            <pc:sldMk cId="701652988" sldId="257"/>
            <ac:spMk id="2" creationId="{0EEC1063-2DF2-D0CD-513B-57D80D7776B4}"/>
          </ac:spMkLst>
        </pc:spChg>
        <pc:spChg chg="del">
          <ac:chgData name="JAR24887099 (Ieuan Jarvis)" userId="S::jar24887099@stu.gcs.ac.uk::ca6f5ab3-fc5c-42ee-a46c-5f4c8d500c29" providerId="AD" clId="Web-{A3940E55-2AF4-3544-3025-A50D6A750F6B}" dt="2025-10-10T09:08:31.391" v="172"/>
          <ac:spMkLst>
            <pc:docMk/>
            <pc:sldMk cId="701652988" sldId="257"/>
            <ac:spMk id="3" creationId="{1B690A7A-A4D2-02CD-5446-FF2B884F7FFB}"/>
          </ac:spMkLst>
        </pc:spChg>
        <pc:graphicFrameChg chg="add mod modGraphic">
          <ac:chgData name="JAR24887099 (Ieuan Jarvis)" userId="S::jar24887099@stu.gcs.ac.uk::ca6f5ab3-fc5c-42ee-a46c-5f4c8d500c29" providerId="AD" clId="Web-{A3940E55-2AF4-3544-3025-A50D6A750F6B}" dt="2025-10-10T09:14:48.936" v="989"/>
          <ac:graphicFrameMkLst>
            <pc:docMk/>
            <pc:sldMk cId="701652988" sldId="257"/>
            <ac:graphicFrameMk id="4" creationId="{CCDCD7CC-FF07-70A3-611E-3D7FC910C776}"/>
          </ac:graphicFrameMkLst>
        </pc:graphicFrameChg>
      </pc:sldChg>
      <pc:sldChg chg="addSp delSp modSp new del">
        <pc:chgData name="JAR24887099 (Ieuan Jarvis)" userId="S::jar24887099@stu.gcs.ac.uk::ca6f5ab3-fc5c-42ee-a46c-5f4c8d500c29" providerId="AD" clId="Web-{A3940E55-2AF4-3544-3025-A50D6A750F6B}" dt="2025-10-10T09:07:07.834" v="170"/>
        <pc:sldMkLst>
          <pc:docMk/>
          <pc:sldMk cId="3088267700" sldId="257"/>
        </pc:sldMkLst>
        <pc:spChg chg="del mod">
          <ac:chgData name="JAR24887099 (Ieuan Jarvis)" userId="S::jar24887099@stu.gcs.ac.uk::ca6f5ab3-fc5c-42ee-a46c-5f4c8d500c29" providerId="AD" clId="Web-{A3940E55-2AF4-3544-3025-A50D6A750F6B}" dt="2025-10-10T09:06:38.677" v="147"/>
          <ac:spMkLst>
            <pc:docMk/>
            <pc:sldMk cId="3088267700" sldId="257"/>
            <ac:spMk id="2" creationId="{DDA1E1D6-71F2-F10E-BDC0-1C33E5FF6D59}"/>
          </ac:spMkLst>
        </pc:spChg>
        <pc:spChg chg="del">
          <ac:chgData name="JAR24887099 (Ieuan Jarvis)" userId="S::jar24887099@stu.gcs.ac.uk::ca6f5ab3-fc5c-42ee-a46c-5f4c8d500c29" providerId="AD" clId="Web-{A3940E55-2AF4-3544-3025-A50D6A750F6B}" dt="2025-10-10T09:06:38.677" v="146"/>
          <ac:spMkLst>
            <pc:docMk/>
            <pc:sldMk cId="3088267700" sldId="257"/>
            <ac:spMk id="3" creationId="{CC1E8614-F299-DCDF-537B-EB1DC3AB50B3}"/>
          </ac:spMkLst>
        </pc:spChg>
        <pc:spChg chg="add del mod">
          <ac:chgData name="JAR24887099 (Ieuan Jarvis)" userId="S::jar24887099@stu.gcs.ac.uk::ca6f5ab3-fc5c-42ee-a46c-5f4c8d500c29" providerId="AD" clId="Web-{A3940E55-2AF4-3544-3025-A50D6A750F6B}" dt="2025-10-10T09:06:41.005" v="148"/>
          <ac:spMkLst>
            <pc:docMk/>
            <pc:sldMk cId="3088267700" sldId="257"/>
            <ac:spMk id="5" creationId="{20E164F1-1C43-5F77-66C7-26177399F608}"/>
          </ac:spMkLst>
        </pc:spChg>
        <pc:graphicFrameChg chg="add del mod modGraphic">
          <ac:chgData name="JAR24887099 (Ieuan Jarvis)" userId="S::jar24887099@stu.gcs.ac.uk::ca6f5ab3-fc5c-42ee-a46c-5f4c8d500c29" providerId="AD" clId="Web-{A3940E55-2AF4-3544-3025-A50D6A750F6B}" dt="2025-10-10T09:07:05.537" v="169"/>
          <ac:graphicFrameMkLst>
            <pc:docMk/>
            <pc:sldMk cId="3088267700" sldId="257"/>
            <ac:graphicFrameMk id="6" creationId="{04FB4B92-84C5-47B6-B143-3E14DC51B47E}"/>
          </ac:graphicFrameMkLst>
        </pc:graphicFrameChg>
      </pc:sldChg>
    </pc:docChg>
  </pc:docChgLst>
</pc:chgInfo>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01/01/2026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01/01/2026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01/01/2026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01/01/2026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01/01/2026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01/01/2026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01/01/2026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01/01/2026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01/01/2026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01/01/2026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01/01/2026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01/01/2026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280076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a:t>
            </a:r>
          </a:p>
          <a:p>
            <a:endParaRPr lang="en-GB" sz="1600" dirty="0"/>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sprites</a:t>
            </a:r>
          </a:p>
          <a:p>
            <a:endParaRPr lang="en-GB" sz="1200" dirty="0"/>
          </a:p>
          <a:p>
            <a:r>
              <a:rPr lang="en-GB" sz="1200" dirty="0"/>
              <a:t>Adjust code for longer gameplay</a:t>
            </a:r>
          </a:p>
          <a:p>
            <a:endParaRPr lang="en-GB" sz="1200" dirty="0"/>
          </a:p>
          <a:p>
            <a:endParaRPr lang="en-GB" sz="1200" dirty="0"/>
          </a:p>
          <a:p>
            <a:endParaRPr lang="en-GB" sz="1200" dirty="0"/>
          </a:p>
        </p:txBody>
      </p:sp>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039694347"/>
              </p:ext>
            </p:extLst>
          </p:nvPr>
        </p:nvGraphicFramePr>
        <p:xfrm>
          <a:off x="97155" y="84201"/>
          <a:ext cx="11988463" cy="855267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595728">
                <a:tc>
                  <a:txBody>
                    <a:bodyPr/>
                    <a:lstStyle/>
                    <a:p>
                      <a:r>
                        <a:rPr lang="en-GB" sz="1100" dirty="0"/>
                        <a:t>1</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a:t>
                      </a:r>
                    </a:p>
                  </a:txBody>
                  <a:tcPr/>
                </a:tc>
                <a:tc>
                  <a:txBody>
                    <a:bodyPr/>
                    <a:lstStyle/>
                    <a:p>
                      <a:r>
                        <a:rPr lang="en-GB" sz="1100" dirty="0"/>
                        <a:t>rm_office</a:t>
                      </a:r>
                    </a:p>
                  </a:txBody>
                  <a:tcPr/>
                </a:tc>
                <a:tc>
                  <a:txBody>
                    <a:bodyPr/>
                    <a:lstStyle/>
                    <a:p>
                      <a:r>
                        <a:rPr lang="en-GB" sz="1100" dirty="0" err="1"/>
                        <a:t>obj_camera_controller</a:t>
                      </a:r>
                      <a:r>
                        <a:rPr lang="en-GB" sz="1100" dirty="0"/>
                        <a:t>, door and vent objects,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632</TotalTime>
  <Words>1554</Words>
  <Application>Microsoft Office PowerPoint</Application>
  <PresentationFormat>Widescreen</PresentationFormat>
  <Paragraphs>168</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JAR24887099 (Ieuan Jarvis)</cp:lastModifiedBy>
  <cp:revision>126</cp:revision>
  <dcterms:created xsi:type="dcterms:W3CDTF">2025-10-10T09:00:53Z</dcterms:created>
  <dcterms:modified xsi:type="dcterms:W3CDTF">2026-01-01T16:49:14Z</dcterms:modified>
</cp:coreProperties>
</file>