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57" r:id="rId21"/>
    <p:sldId id="267" r:id="rId22"/>
    <p:sldId id="270" r:id="rId23"/>
    <p:sldId id="272" r:id="rId24"/>
    <p:sldId id="276" r:id="rId25"/>
    <p:sldId id="278" r:id="rId26"/>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26/01/2026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26/01/2026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26/01/2026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26/01/2026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1236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endParaRPr lang="en-GB" sz="1200" dirty="0"/>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372609"/>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06784268"/>
              </p:ext>
            </p:extLst>
          </p:nvPr>
        </p:nvGraphicFramePr>
        <p:xfrm>
          <a:off x="0" y="0"/>
          <a:ext cx="11988463" cy="248619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2212</TotalTime>
  <Words>6574</Words>
  <Application>Microsoft Office PowerPoint</Application>
  <PresentationFormat>Widescreen</PresentationFormat>
  <Paragraphs>564</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235</cp:revision>
  <dcterms:created xsi:type="dcterms:W3CDTF">2025-10-10T09:00:53Z</dcterms:created>
  <dcterms:modified xsi:type="dcterms:W3CDTF">2026-01-26T14:10:00Z</dcterms:modified>
</cp:coreProperties>
</file>