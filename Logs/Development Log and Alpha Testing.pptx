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57" r:id="rId33"/>
    <p:sldId id="267" r:id="rId34"/>
    <p:sldId id="270" r:id="rId35"/>
    <p:sldId id="272" r:id="rId36"/>
    <p:sldId id="276" r:id="rId37"/>
    <p:sldId id="278" r:id="rId38"/>
    <p:sldId id="284" r:id="rId39"/>
    <p:sldId id="289" r:id="rId40"/>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presProps" Target="presProp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05/02/2026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05/02/2026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05/02/2026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05/02/2026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05/02/2026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05/02/2026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05/02/2026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a:t>
            </a:r>
            <a:r>
              <a:rPr lang="en-GB" sz="1200" dirty="0" err="1"/>
              <a:t>Gwiber</a:t>
            </a:r>
            <a:r>
              <a:rPr lang="en-GB" sz="1200" dirty="0"/>
              <a:t>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err="1"/>
              <a:t>Gwiber</a:t>
            </a:r>
            <a:r>
              <a:rPr lang="en-GB" sz="1200" dirty="0"/>
              <a:t>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9845444" y="607618"/>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98632483"/>
              </p:ext>
            </p:extLst>
          </p:nvPr>
        </p:nvGraphicFramePr>
        <p:xfrm>
          <a:off x="0" y="0"/>
          <a:ext cx="11988463" cy="41612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r h="649481">
                <a:tc>
                  <a:txBody>
                    <a:bodyPr/>
                    <a:lstStyle/>
                    <a:p>
                      <a:r>
                        <a:rPr lang="en-GB" sz="1100" dirty="0"/>
                        <a:t>20. Build V.0.9</a:t>
                      </a:r>
                    </a:p>
                  </a:txBody>
                  <a:tcPr/>
                </a:tc>
                <a:tc>
                  <a:txBody>
                    <a:bodyPr/>
                    <a:lstStyle/>
                    <a:p>
                      <a:r>
                        <a:rPr lang="en-GB" sz="1100" dirty="0" err="1"/>
                        <a:t>Rm_level</a:t>
                      </a:r>
                      <a:r>
                        <a:rPr lang="en-GB" sz="1100" dirty="0"/>
                        <a:t> 1 to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Object_camera_zones_1 to 20.</a:t>
                      </a:r>
                    </a:p>
                  </a:txBody>
                  <a:tcPr/>
                </a:tc>
                <a:tc>
                  <a:txBody>
                    <a:bodyPr/>
                    <a:lstStyle/>
                    <a:p>
                      <a:r>
                        <a:rPr lang="en-GB" sz="1100" dirty="0"/>
                        <a:t>For all zones, if </a:t>
                      </a:r>
                      <a:r>
                        <a:rPr lang="en-GB" sz="1100" dirty="0" err="1"/>
                        <a:t>enemypos</a:t>
                      </a:r>
                      <a:r>
                        <a:rPr lang="en-GB" sz="1100" dirty="0"/>
                        <a:t> = zone number, sprite index = enemy version zone. If !</a:t>
                      </a:r>
                      <a:r>
                        <a:rPr lang="en-GB" sz="1100" dirty="0" err="1"/>
                        <a:t>enemypos</a:t>
                      </a:r>
                      <a:r>
                        <a:rPr lang="en-GB" sz="1100" dirty="0"/>
                        <a:t> = zone number, sprite index normal.</a:t>
                      </a:r>
                    </a:p>
                  </a:txBody>
                  <a:tcPr/>
                </a:tc>
                <a:tc>
                  <a:txBody>
                    <a:bodyPr/>
                    <a:lstStyle/>
                    <a:p>
                      <a:r>
                        <a:rPr lang="en-GB" sz="1100" dirty="0"/>
                        <a:t>This was first made for Bulker, and I can confirm that when bulker changes ones the camera zones change sprites correctly but the previous zone he was in doesn’t reset back to normal, so I’m going to try and use alarms instead.</a:t>
                      </a:r>
                    </a:p>
                  </a:txBody>
                  <a:tcPr/>
                </a:tc>
                <a:tc>
                  <a:txBody>
                    <a:bodyPr/>
                    <a:lstStyle/>
                    <a:p>
                      <a:r>
                        <a:rPr lang="en-GB" sz="1100" dirty="0"/>
                        <a:t>To find a solution, I </a:t>
                      </a:r>
                      <a:r>
                        <a:rPr lang="en-GB" sz="1100"/>
                        <a:t>will move up to Build V.0.9 to V.0.9.1</a:t>
                      </a:r>
                      <a:endParaRPr lang="en-GB" sz="1100" dirty="0"/>
                    </a:p>
                  </a:txBody>
                  <a:tcPr/>
                </a:tc>
                <a:extLst>
                  <a:ext uri="{0D108BD9-81ED-4DB2-BD59-A6C34878D82A}">
                    <a16:rowId xmlns:a16="http://schemas.microsoft.com/office/drawing/2014/main" val="772414473"/>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3573</TotalTime>
  <Words>10066</Words>
  <Application>Microsoft Office PowerPoint</Application>
  <PresentationFormat>Widescreen</PresentationFormat>
  <Paragraphs>940</Paragraphs>
  <Slides>39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363</cp:revision>
  <dcterms:created xsi:type="dcterms:W3CDTF">2025-10-10T09:00:53Z</dcterms:created>
  <dcterms:modified xsi:type="dcterms:W3CDTF">2026-02-05T11:32:47Z</dcterms:modified>
</cp:coreProperties>
</file>