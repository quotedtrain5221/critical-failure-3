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90" r:id="rId28"/>
    <p:sldId id="291" r:id="rId29"/>
    <p:sldId id="257" r:id="rId30"/>
    <p:sldId id="267" r:id="rId31"/>
    <p:sldId id="270" r:id="rId32"/>
    <p:sldId id="272" r:id="rId33"/>
    <p:sldId id="276" r:id="rId34"/>
    <p:sldId id="278" r:id="rId35"/>
    <p:sldId id="284" r:id="rId36"/>
    <p:sldId id="289" r:id="rId37"/>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31" autoAdjust="0"/>
    <p:restoredTop sz="94660"/>
  </p:normalViewPr>
  <p:slideViewPr>
    <p:cSldViewPr snapToGrid="0">
      <p:cViewPr varScale="1">
        <p:scale>
          <a:sx n="79" d="100"/>
          <a:sy n="79" d="100"/>
        </p:scale>
        <p:origin x="1824" y="9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8/10/relationships/authors" Targe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01/02/2026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01/02/2026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01/02/2026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01/02/2026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01/02/2026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01/02/2026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01/02/2026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01/02/2026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01/02/2026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01/02/2026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01/02/2026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01/02/2026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a:t>
            </a:r>
          </a:p>
          <a:p>
            <a:r>
              <a:rPr lang="en-GB" sz="1200" dirty="0"/>
              <a:t>Mainly what he does while inside of zone 0, the main office.</a:t>
            </a:r>
          </a:p>
          <a:p>
            <a:endParaRPr lang="en-GB" sz="1200" dirty="0"/>
          </a:p>
          <a:p>
            <a:r>
              <a:rPr lang="en-GB" sz="1200" dirty="0"/>
              <a:t>This was done by using timed alarms for when Gwiber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Gwiber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Gwiber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Gwiber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Gwiber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Gwiber.</a:t>
            </a:r>
          </a:p>
          <a:p>
            <a:endParaRPr lang="en-GB" sz="1200" dirty="0"/>
          </a:p>
          <a:p>
            <a:r>
              <a:rPr lang="en-GB" sz="1200" dirty="0"/>
              <a:t>Also, with Gwiber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Gwiber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Gwiber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(Gwiber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Gwiber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63709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x 60 x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level timer will change its sprite based off what stage the timer is at. So, using the equation  frames for 7min and 30sec minutes of gameplay per level is 27,000 frames.</a:t>
            </a:r>
          </a:p>
          <a:p>
            <a:endParaRPr lang="en-GB" sz="1200" dirty="0"/>
          </a:p>
          <a:p>
            <a:r>
              <a:rPr lang="en-GB" sz="1200" dirty="0"/>
              <a:t>I’ve also added new rooms for the levels for when the player completes a night that has a transition into the next room.</a:t>
            </a:r>
          </a:p>
          <a:p>
            <a:endParaRPr lang="en-GB" sz="1200" dirty="0"/>
          </a:p>
          <a:p>
            <a:endParaRPr lang="en-GB" sz="1200" dirty="0"/>
          </a:p>
          <a:p>
            <a:r>
              <a:rPr lang="en-GB" sz="1200" dirty="0"/>
              <a:t>I did run into an issue and that was having the Enemies physically move alongside their movement code. They do, but they are so offset you can’t see them. Despite me using the same exact co-ordinates as the camera controller, it turns out the enemies don’t follow the top left co-ordinate like the camera. So, I’ve spent over an hour getting the right co-ordinates and adjusting the enemy’s sprite origin to centre middle.</a:t>
            </a:r>
          </a:p>
          <a:p>
            <a:endParaRPr lang="en-GB" sz="1200" dirty="0"/>
          </a:p>
          <a:p>
            <a:r>
              <a:rPr lang="en-GB" sz="1200" dirty="0"/>
              <a:t>This has proven to be very time consuming for I need to constantly start up the game check An AMCD’s physically position and adjust their code, rinse and repeat for all variants of the enemies in all the levels. I was only able to do lvl1 Gwiber and K9 and lvl2 Bulker, the other level 2’s have been difficult.</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2677656"/>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46527-0379-7DCB-AEDE-EA081D39C5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58B659-D1A5-6243-A490-07CA1D78C6E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31/01/2026</a:t>
            </a:r>
          </a:p>
        </p:txBody>
      </p:sp>
      <p:sp>
        <p:nvSpPr>
          <p:cNvPr id="2" name="TextBox 1">
            <a:extLst>
              <a:ext uri="{FF2B5EF4-FFF2-40B4-BE49-F238E27FC236}">
                <a16:creationId xmlns:a16="http://schemas.microsoft.com/office/drawing/2014/main" id="{ED540E2B-C8CB-73FF-E64D-B1300659E93B}"/>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a:t>
            </a:r>
          </a:p>
        </p:txBody>
      </p:sp>
      <p:sp>
        <p:nvSpPr>
          <p:cNvPr id="3" name="TextBox 2">
            <a:extLst>
              <a:ext uri="{FF2B5EF4-FFF2-40B4-BE49-F238E27FC236}">
                <a16:creationId xmlns:a16="http://schemas.microsoft.com/office/drawing/2014/main" id="{9A4FCE44-D8B6-B201-EED5-51307B1B2674}"/>
              </a:ext>
            </a:extLst>
          </p:cNvPr>
          <p:cNvSpPr txBox="1"/>
          <p:nvPr/>
        </p:nvSpPr>
        <p:spPr>
          <a:xfrm>
            <a:off x="0" y="121250"/>
            <a:ext cx="5576207" cy="138499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made the soundtrack for the intro part of my game. When the player clicks the button to go to the next level, the sound stops.</a:t>
            </a:r>
          </a:p>
          <a:p>
            <a:endParaRPr lang="en-GB" sz="1200" dirty="0"/>
          </a:p>
          <a:p>
            <a:r>
              <a:rPr lang="en-GB" sz="1200" dirty="0"/>
              <a:t>I’m </a:t>
            </a:r>
            <a:r>
              <a:rPr lang="en-GB" sz="1200" dirty="0" err="1"/>
              <a:t>gonna</a:t>
            </a:r>
            <a:r>
              <a:rPr lang="en-GB" sz="1200" dirty="0"/>
              <a:t> use the Windows XP error </a:t>
            </a:r>
            <a:r>
              <a:rPr lang="en-GB" sz="1200" dirty="0" err="1"/>
              <a:t>sfx</a:t>
            </a:r>
            <a:r>
              <a:rPr lang="en-GB" sz="1200" dirty="0"/>
              <a:t> for when Prototype makes a fake noise. I also want to add lots of small rare easter eggs in my game, just to bring some more life into the game. These are extremely rare and probably won’t happen on most peoples first playthrough.</a:t>
            </a:r>
          </a:p>
        </p:txBody>
      </p:sp>
      <p:sp>
        <p:nvSpPr>
          <p:cNvPr id="12" name="TextBox 11">
            <a:extLst>
              <a:ext uri="{FF2B5EF4-FFF2-40B4-BE49-F238E27FC236}">
                <a16:creationId xmlns:a16="http://schemas.microsoft.com/office/drawing/2014/main" id="{BD93A3B1-0749-37C1-9A50-2EE1EA46B84D}"/>
              </a:ext>
            </a:extLst>
          </p:cNvPr>
          <p:cNvSpPr txBox="1"/>
          <p:nvPr/>
        </p:nvSpPr>
        <p:spPr>
          <a:xfrm>
            <a:off x="8555487" y="722845"/>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r>
              <a:rPr lang="en-GB" sz="1400" dirty="0"/>
              <a:t>Design Zones.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9030598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589B-990F-8860-4638-237B5862F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2269E-3881-5A24-4B03-5C9AF405D81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1/02/2026</a:t>
            </a:r>
          </a:p>
        </p:txBody>
      </p:sp>
      <p:sp>
        <p:nvSpPr>
          <p:cNvPr id="2" name="TextBox 1">
            <a:extLst>
              <a:ext uri="{FF2B5EF4-FFF2-40B4-BE49-F238E27FC236}">
                <a16:creationId xmlns:a16="http://schemas.microsoft.com/office/drawing/2014/main" id="{DA40A170-E1C7-DC9A-6D71-A7C690245B1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V.0.8.1</a:t>
            </a:r>
          </a:p>
        </p:txBody>
      </p:sp>
      <p:sp>
        <p:nvSpPr>
          <p:cNvPr id="3" name="TextBox 2">
            <a:extLst>
              <a:ext uri="{FF2B5EF4-FFF2-40B4-BE49-F238E27FC236}">
                <a16:creationId xmlns:a16="http://schemas.microsoft.com/office/drawing/2014/main" id="{369DC118-DC4C-CDC2-2775-7F44EFE4262C}"/>
              </a:ext>
            </a:extLst>
          </p:cNvPr>
          <p:cNvSpPr txBox="1"/>
          <p:nvPr/>
        </p:nvSpPr>
        <p:spPr>
          <a:xfrm>
            <a:off x="0" y="121250"/>
            <a:ext cx="5576207"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designed all the zones and have also found a solution to the offset issue.</a:t>
            </a:r>
          </a:p>
          <a:p>
            <a:endParaRPr lang="en-GB" sz="1200" dirty="0"/>
          </a:p>
          <a:p>
            <a:r>
              <a:rPr lang="en-GB" sz="1200" dirty="0"/>
              <a:t>I plan to make the zones sprites change when the enemies enter them. This means I won’t need my enemies to have sprites and provides me full customisability within each zone.</a:t>
            </a:r>
          </a:p>
          <a:p>
            <a:endParaRPr lang="en-GB" sz="1200" dirty="0"/>
          </a:p>
          <a:p>
            <a:r>
              <a:rPr lang="en-GB" sz="1200" dirty="0"/>
              <a:t>The way it works is that I have my current zones with no enemies, I will duplicate these and add the AMCD’s into them separate. So, </a:t>
            </a:r>
            <a:r>
              <a:rPr lang="en-GB" sz="1200" dirty="0" err="1"/>
              <a:t>Gwiber</a:t>
            </a:r>
            <a:r>
              <a:rPr lang="en-GB" sz="1200" dirty="0"/>
              <a:t> Zones, Bulker Zones and K9 Zones etc.</a:t>
            </a:r>
          </a:p>
          <a:p>
            <a:endParaRPr lang="en-GB" sz="1200" dirty="0"/>
          </a:p>
          <a:p>
            <a:r>
              <a:rPr lang="en-GB" sz="1200" dirty="0"/>
              <a:t>To have the zones change sprite I will create a Zone Controller that basically acts as a way for the Zones to know when to change sprites based off certain conditions. (This will also be good for sounds).</a:t>
            </a:r>
          </a:p>
          <a:p>
            <a:endParaRPr lang="en-GB" sz="1200" dirty="0"/>
          </a:p>
        </p:txBody>
      </p:sp>
      <p:sp>
        <p:nvSpPr>
          <p:cNvPr id="12" name="TextBox 11">
            <a:extLst>
              <a:ext uri="{FF2B5EF4-FFF2-40B4-BE49-F238E27FC236}">
                <a16:creationId xmlns:a16="http://schemas.microsoft.com/office/drawing/2014/main" id="{2186328D-9647-E460-1A4B-1B381BCDDD19}"/>
              </a:ext>
            </a:extLst>
          </p:cNvPr>
          <p:cNvSpPr txBox="1"/>
          <p:nvPr/>
        </p:nvSpPr>
        <p:spPr>
          <a:xfrm>
            <a:off x="8555487" y="722845"/>
            <a:ext cx="2073729" cy="4401205"/>
          </a:xfrm>
          <a:prstGeom prst="rect">
            <a:avLst/>
          </a:prstGeom>
          <a:noFill/>
        </p:spPr>
        <p:txBody>
          <a:bodyPr wrap="square" rtlCol="0">
            <a:spAutoFit/>
          </a:bodyPr>
          <a:lstStyle/>
          <a:p>
            <a:r>
              <a:rPr lang="en-GB" sz="1400" dirty="0"/>
              <a:t>What to Do next session</a:t>
            </a:r>
          </a:p>
          <a:p>
            <a:endParaRPr lang="en-GB" sz="1400" dirty="0"/>
          </a:p>
          <a:p>
            <a:r>
              <a:rPr lang="en-GB" sz="1400" dirty="0"/>
              <a:t>Make Zone Controller</a:t>
            </a:r>
          </a:p>
          <a:p>
            <a:endParaRPr lang="en-GB" sz="1400" dirty="0"/>
          </a:p>
          <a:p>
            <a:r>
              <a:rPr lang="en-GB" sz="1400" dirty="0"/>
              <a:t>Make Level lock (stop the player from going to level 2 unless level 1 is beaten.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shot of a video game&#10;&#10;AI-generated content may be incorrect.">
            <a:extLst>
              <a:ext uri="{FF2B5EF4-FFF2-40B4-BE49-F238E27FC236}">
                <a16:creationId xmlns:a16="http://schemas.microsoft.com/office/drawing/2014/main" id="{520155B2-5599-6697-A30B-9678C2EC53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829" y="2654634"/>
            <a:ext cx="3810000" cy="2143125"/>
          </a:xfrm>
          <a:prstGeom prst="rect">
            <a:avLst/>
          </a:prstGeom>
        </p:spPr>
      </p:pic>
      <p:pic>
        <p:nvPicPr>
          <p:cNvPr id="8" name="Picture 7" descr="A black rectangular object with a brown x&#10;&#10;AI-generated content may be incorrect.">
            <a:extLst>
              <a:ext uri="{FF2B5EF4-FFF2-40B4-BE49-F238E27FC236}">
                <a16:creationId xmlns:a16="http://schemas.microsoft.com/office/drawing/2014/main" id="{2ADC7D25-A6AC-DF0A-67C2-500B45F6D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0279" y="3059566"/>
            <a:ext cx="3810000" cy="2143125"/>
          </a:xfrm>
          <a:prstGeom prst="rect">
            <a:avLst/>
          </a:prstGeom>
        </p:spPr>
      </p:pic>
    </p:spTree>
    <p:extLst>
      <p:ext uri="{BB962C8B-B14F-4D97-AF65-F5344CB8AC3E}">
        <p14:creationId xmlns:p14="http://schemas.microsoft.com/office/powerpoint/2010/main" val="2446947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Gwiber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Gwiber to move back to zone 2.</a:t>
                      </a:r>
                    </a:p>
                  </a:txBody>
                  <a:tcPr/>
                </a:tc>
                <a:tc>
                  <a:txBody>
                    <a:bodyPr/>
                    <a:lstStyle/>
                    <a:p>
                      <a:r>
                        <a:rPr lang="en-GB" sz="1100" dirty="0"/>
                        <a:t>At start of Game Gwiber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Gwiber starts in zone 4 and makes his way to the office. If the office doors are closed Gwiber can’t enter zone 0. If Gwiber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a:t>Gwiber does exactly what he’s supposed to do and so does K9.</a:t>
                      </a:r>
                    </a:p>
                    <a:p>
                      <a:endParaRPr lang="en-GB" sz="1100" dirty="0"/>
                    </a:p>
                    <a:p>
                      <a:r>
                        <a:rPr lang="en-GB" sz="1100" dirty="0"/>
                        <a:t>There are still no end game screen at this point so soon after jump-scaring from either K9 or Gwiber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Gwiber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a:t>Gwiber and K9 retain their original movement but now have access to extra zones.</a:t>
                      </a:r>
                    </a:p>
                    <a:p>
                      <a:endParaRPr lang="en-GB" sz="1100" dirty="0"/>
                    </a:p>
                    <a:p>
                      <a:r>
                        <a:rPr lang="en-GB" sz="1100" dirty="0"/>
                        <a:t>Both Gwiber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a:t>Gwiber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44520860"/>
              </p:ext>
            </p:extLst>
          </p:nvPr>
        </p:nvGraphicFramePr>
        <p:xfrm>
          <a:off x="0" y="0"/>
          <a:ext cx="11988463" cy="27286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19. Build V.0.7.2</a:t>
                      </a:r>
                    </a:p>
                  </a:txBody>
                  <a:tcPr/>
                </a:tc>
                <a:tc>
                  <a:txBody>
                    <a:bodyPr/>
                    <a:lstStyle/>
                    <a:p>
                      <a:r>
                        <a:rPr lang="en-GB" sz="11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err="1"/>
                        <a:t>Obj_amcd_prototype</a:t>
                      </a:r>
                      <a:endParaRPr lang="en-GB" sz="1100" dirty="0"/>
                    </a:p>
                  </a:txBody>
                  <a:tcPr/>
                </a:tc>
                <a:tc>
                  <a:txBody>
                    <a:bodyPr/>
                    <a:lstStyle/>
                    <a:p>
                      <a:r>
                        <a:rPr lang="en-GB" sz="1100" dirty="0"/>
                        <a:t>Prototype has full access to every single zone in the level. Just like bulker as well, if he is watched he slows down. When he is at cam 2 or 7 if the door is closed he’ll wait there for a long time before moving away. He can also move to random zones from that point.</a:t>
                      </a:r>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028166049"/>
                  </a:ext>
                </a:extLst>
              </a:tr>
            </a:tbl>
          </a:graphicData>
        </a:graphic>
      </p:graphicFrame>
    </p:spTree>
    <p:extLst>
      <p:ext uri="{BB962C8B-B14F-4D97-AF65-F5344CB8AC3E}">
        <p14:creationId xmlns:p14="http://schemas.microsoft.com/office/powerpoint/2010/main" val="36856463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3394</TotalTime>
  <Words>9333</Words>
  <Application>Microsoft Office PowerPoint</Application>
  <PresentationFormat>Widescreen</PresentationFormat>
  <Paragraphs>831</Paragraphs>
  <Slides>36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340</cp:revision>
  <dcterms:created xsi:type="dcterms:W3CDTF">2025-10-10T09:00:53Z</dcterms:created>
  <dcterms:modified xsi:type="dcterms:W3CDTF">2026-02-01T20:10:44Z</dcterms:modified>
</cp:coreProperties>
</file>