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57" r:id="rId15"/>
    <p:sldId id="267" r:id="rId16"/>
    <p:sldId id="270" r:id="rId17"/>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16/01/2026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16/01/2026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16/01/2026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16/01/2026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16/01/2026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16/01/2026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646331"/>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 besides some small behavioural additions that still need to be made it Gwiber but </a:t>
            </a:r>
            <a:r>
              <a:rPr lang="en-GB" sz="1200" dirty="0" err="1"/>
              <a:t>he;s</a:t>
            </a:r>
            <a:r>
              <a:rPr lang="en-GB" sz="1200" dirty="0"/>
              <a:t> 90% the way there.</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Finish all of ESA’s Voice Lines.</a:t>
            </a:r>
          </a:p>
          <a:p>
            <a:endParaRPr lang="en-GB" sz="1050" dirty="0"/>
          </a:p>
          <a:p>
            <a:r>
              <a:rPr lang="en-GB" sz="1050" dirty="0"/>
              <a:t>Start Designing Zones.</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1060461396"/>
              </p:ext>
            </p:extLst>
          </p:nvPr>
        </p:nvGraphicFramePr>
        <p:xfrm>
          <a:off x="-10679" y="0"/>
          <a:ext cx="11988463" cy="39935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1395</TotalTime>
  <Words>3898</Words>
  <Application>Microsoft Office PowerPoint</Application>
  <PresentationFormat>Widescreen</PresentationFormat>
  <Paragraphs>346</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168</cp:revision>
  <dcterms:created xsi:type="dcterms:W3CDTF">2025-10-10T09:00:53Z</dcterms:created>
  <dcterms:modified xsi:type="dcterms:W3CDTF">2026-01-16T15:57:08Z</dcterms:modified>
</cp:coreProperties>
</file>