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57" r:id="rId16"/>
    <p:sldId id="267" r:id="rId17"/>
    <p:sldId id="270" r:id="rId18"/>
    <p:sldId id="272" r:id="rId1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20/01/2026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20/01/2026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20/01/2026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20/01/2026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353336104"/>
              </p:ext>
            </p:extLst>
          </p:nvPr>
        </p:nvGraphicFramePr>
        <p:xfrm>
          <a:off x="0" y="0"/>
          <a:ext cx="11988463" cy="3827316"/>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1575</TotalTime>
  <Words>4463</Words>
  <Application>Microsoft Office PowerPoint</Application>
  <PresentationFormat>Widescreen</PresentationFormat>
  <Paragraphs>389</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181</cp:revision>
  <dcterms:created xsi:type="dcterms:W3CDTF">2025-10-10T09:00:53Z</dcterms:created>
  <dcterms:modified xsi:type="dcterms:W3CDTF">2026-01-20T15:31:41Z</dcterms:modified>
</cp:coreProperties>
</file>