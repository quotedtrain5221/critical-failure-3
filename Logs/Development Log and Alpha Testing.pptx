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57" r:id="rId26"/>
    <p:sldId id="267" r:id="rId27"/>
    <p:sldId id="270" r:id="rId28"/>
    <p:sldId id="272" r:id="rId29"/>
    <p:sldId id="276" r:id="rId30"/>
    <p:sldId id="278" r:id="rId31"/>
    <p:sldId id="284" r:id="rId3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29/01/2026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29/01/2026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29/01/2026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29/01/2026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29/01/2026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29/01/2026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555487" y="722845"/>
            <a:ext cx="2073729" cy="1384995"/>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2926</TotalTime>
  <Words>8329</Words>
  <Application>Microsoft Office PowerPoint</Application>
  <PresentationFormat>Widescreen</PresentationFormat>
  <Paragraphs>710</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312</cp:revision>
  <dcterms:created xsi:type="dcterms:W3CDTF">2025-10-10T09:00:53Z</dcterms:created>
  <dcterms:modified xsi:type="dcterms:W3CDTF">2026-01-29T13:34:46Z</dcterms:modified>
</cp:coreProperties>
</file>