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57" r:id="rId12"/>
    <p:sldId id="267" r:id="rId13"/>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47" autoAdjust="0"/>
    <p:restoredTop sz="94660"/>
  </p:normalViewPr>
  <p:slideViewPr>
    <p:cSldViewPr snapToGrid="0">
      <p:cViewPr varScale="1">
        <p:scale>
          <a:sx n="117" d="100"/>
          <a:sy n="117" d="100"/>
        </p:scale>
        <p:origin x="348"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11/01/2026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11/01/2026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11/01/2026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11/01/2026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11/01/2026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11/01/2026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11/01/2026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11/01/2026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11/01/2026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11/01/2026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11/01/2026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11/01/2026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a:t>
            </a:r>
            <a:r>
              <a:rPr lang="en-GB" sz="1400" dirty="0" err="1"/>
              <a:t>Gwiber</a:t>
            </a:r>
            <a:r>
              <a:rPr lang="en-GB" sz="1400" dirty="0"/>
              <a:t> gives him options of which zone it can move to based on certain variables. More specifically zone 2 where </a:t>
            </a:r>
            <a:r>
              <a:rPr lang="en-GB" sz="1400" dirty="0" err="1"/>
              <a:t>Gwiber</a:t>
            </a:r>
            <a:r>
              <a:rPr lang="en-GB" sz="1400" dirty="0"/>
              <a:t>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a:t>
            </a:r>
            <a:r>
              <a:rPr lang="en-GB" sz="1400" dirty="0" err="1"/>
              <a:t>Gwiber</a:t>
            </a:r>
            <a:r>
              <a:rPr lang="en-GB" sz="1400" dirty="0"/>
              <a:t>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302630861"/>
              </p:ext>
            </p:extLst>
          </p:nvPr>
        </p:nvGraphicFramePr>
        <p:xfrm>
          <a:off x="97155" y="84201"/>
          <a:ext cx="11988463" cy="4330236"/>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err="1"/>
                        <a:t>Gwiber</a:t>
                      </a:r>
                      <a:r>
                        <a:rPr lang="en-GB" sz="1100" dirty="0"/>
                        <a:t> is to change zones based on what zone its currently in and whether or not it is currently able to go to zone 0 from zone 2. </a:t>
                      </a:r>
                      <a:r>
                        <a:rPr lang="en-GB" sz="1100" dirty="0" err="1"/>
                        <a:t>Gwiber</a:t>
                      </a:r>
                      <a:r>
                        <a:rPr lang="en-GB" sz="1100" dirty="0"/>
                        <a:t>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err="1"/>
                        <a:t>Gwiber</a:t>
                      </a:r>
                      <a:r>
                        <a:rPr lang="en-GB" sz="1100" dirty="0"/>
                        <a:t>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a:t>
                      </a:r>
                      <a:r>
                        <a:rPr lang="en-GB" sz="1100" dirty="0" err="1"/>
                        <a:t>Gwiber</a:t>
                      </a:r>
                      <a:r>
                        <a:rPr lang="en-GB" sz="1100" dirty="0"/>
                        <a:t> a draw GUI to see if he is in fact moving or not.</a:t>
                      </a:r>
                    </a:p>
                    <a:p>
                      <a:endParaRPr lang="en-GB" sz="1100" dirty="0"/>
                    </a:p>
                    <a:p>
                      <a:r>
                        <a:rPr lang="en-GB" sz="1100" dirty="0"/>
                        <a:t>Update: got a GUI draw and I can confirm that </a:t>
                      </a:r>
                      <a:r>
                        <a:rPr lang="en-GB" sz="1100" dirty="0" err="1"/>
                        <a:t>Gwiber</a:t>
                      </a:r>
                      <a:r>
                        <a:rPr lang="en-GB" sz="1100" dirty="0"/>
                        <a:t> doesn’t move from zone 1.</a:t>
                      </a:r>
                    </a:p>
                    <a:p>
                      <a:endParaRPr lang="en-GB" sz="1100" dirty="0"/>
                    </a:p>
                    <a:p>
                      <a:r>
                        <a:rPr lang="en-GB" sz="1100" dirty="0"/>
                        <a:t>Also, using debug show I can confirm that </a:t>
                      </a:r>
                      <a:r>
                        <a:rPr lang="en-GB" sz="1100" dirty="0" err="1"/>
                        <a:t>Gwiber</a:t>
                      </a:r>
                      <a:r>
                        <a:rPr lang="en-GB" sz="1100" dirty="0"/>
                        <a:t>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53285438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1122</TotalTime>
  <Words>2930</Words>
  <Application>Microsoft Office PowerPoint</Application>
  <PresentationFormat>Widescreen</PresentationFormat>
  <Paragraphs>255</Paragraphs>
  <Slides>12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150</cp:revision>
  <dcterms:created xsi:type="dcterms:W3CDTF">2025-10-10T09:00:53Z</dcterms:created>
  <dcterms:modified xsi:type="dcterms:W3CDTF">2026-01-11T16:00:13Z</dcterms:modified>
</cp:coreProperties>
</file>