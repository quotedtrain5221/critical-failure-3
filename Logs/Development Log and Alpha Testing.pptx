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57" r:id="rId20"/>
    <p:sldId id="267" r:id="rId21"/>
    <p:sldId id="270" r:id="rId22"/>
    <p:sldId id="272" r:id="rId23"/>
    <p:sldId id="276" r:id="rId24"/>
    <p:sldId id="278" r:id="rId25"/>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23/01/2026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23/01/2026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23/01/2026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23/01/2026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and the new camera controller is 95% completed.</a:t>
            </a:r>
          </a:p>
          <a:p>
            <a:endParaRPr lang="en-GB" sz="1200" dirty="0"/>
          </a:p>
          <a:p>
            <a:r>
              <a:rPr lang="en-GB" sz="1200" dirty="0"/>
              <a:t>I have also finished designing the buttons and background for the menu and death screens.</a:t>
            </a:r>
          </a:p>
        </p:txBody>
      </p:sp>
      <p:sp>
        <p:nvSpPr>
          <p:cNvPr id="19" name="TextBox 18">
            <a:extLst>
              <a:ext uri="{FF2B5EF4-FFF2-40B4-BE49-F238E27FC236}">
                <a16:creationId xmlns:a16="http://schemas.microsoft.com/office/drawing/2014/main" id="{3048F452-7F46-83FF-AE44-1F1DF2811DE6}"/>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3" name="Picture 12" descr="A black screen with red text&#10;&#10;AI-generated content may be incorrect.">
            <a:extLst>
              <a:ext uri="{FF2B5EF4-FFF2-40B4-BE49-F238E27FC236}">
                <a16:creationId xmlns:a16="http://schemas.microsoft.com/office/drawing/2014/main" id="{4A0E843E-6A43-5905-48C7-0C71659B19E3}"/>
              </a:ext>
            </a:extLst>
          </p:cNvPr>
          <p:cNvPicPr>
            <a:picLocks noChangeAspect="1"/>
          </p:cNvPicPr>
          <p:nvPr/>
        </p:nvPicPr>
        <p:blipFill>
          <a:blip r:embed="rId2"/>
          <a:stretch>
            <a:fillRect/>
          </a:stretch>
        </p:blipFill>
        <p:spPr>
          <a:xfrm>
            <a:off x="344527" y="1427935"/>
            <a:ext cx="6363391" cy="3775204"/>
          </a:xfrm>
          <a:prstGeom prst="rect">
            <a:avLst/>
          </a:prstGeom>
        </p:spPr>
      </p:pic>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06784268"/>
              </p:ext>
            </p:extLst>
          </p:nvPr>
        </p:nvGraphicFramePr>
        <p:xfrm>
          <a:off x="0" y="0"/>
          <a:ext cx="11988463" cy="2486196"/>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1994</TotalTime>
  <Words>6388</Words>
  <Application>Microsoft Office PowerPoint</Application>
  <PresentationFormat>Widescreen</PresentationFormat>
  <Paragraphs>549</Paragraphs>
  <Slides>24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230</cp:revision>
  <dcterms:created xsi:type="dcterms:W3CDTF">2025-10-10T09:00:53Z</dcterms:created>
  <dcterms:modified xsi:type="dcterms:W3CDTF">2026-01-23T15:26:53Z</dcterms:modified>
</cp:coreProperties>
</file>