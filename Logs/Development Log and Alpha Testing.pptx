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57" r:id="rId30"/>
    <p:sldId id="267" r:id="rId31"/>
    <p:sldId id="270" r:id="rId32"/>
    <p:sldId id="272" r:id="rId33"/>
    <p:sldId id="276" r:id="rId34"/>
    <p:sldId id="278" r:id="rId35"/>
    <p:sldId id="284" r:id="rId36"/>
    <p:sldId id="289" r:id="rId37"/>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79" d="100"/>
          <a:sy n="79" d="100"/>
        </p:scale>
        <p:origin x="182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01/02/2026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01/02/2026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01/02/2026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01/02/2026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01/02/2026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01/02/2026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01/02/2026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01/02/2026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a:t>
            </a:r>
            <a:r>
              <a:rPr lang="en-GB" sz="1200" dirty="0" err="1"/>
              <a:t>Gwiber</a:t>
            </a:r>
            <a:r>
              <a:rPr lang="en-GB" sz="1200" dirty="0"/>
              <a:t>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4401205"/>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44520860"/>
              </p:ext>
            </p:extLst>
          </p:nvPr>
        </p:nvGraphicFramePr>
        <p:xfrm>
          <a:off x="0" y="0"/>
          <a:ext cx="11988463" cy="27286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3304</TotalTime>
  <Words>9333</Words>
  <Application>Microsoft Office PowerPoint</Application>
  <PresentationFormat>Widescreen</PresentationFormat>
  <Paragraphs>831</Paragraphs>
  <Slides>36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340</cp:revision>
  <dcterms:created xsi:type="dcterms:W3CDTF">2025-10-10T09:00:53Z</dcterms:created>
  <dcterms:modified xsi:type="dcterms:W3CDTF">2026-02-01T18:40:37Z</dcterms:modified>
</cp:coreProperties>
</file>