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57" r:id="rId14"/>
    <p:sldId id="267" r:id="rId15"/>
    <p:sldId id="270" r:id="rId16"/>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8/10/relationships/authors" Target="authors.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16/01/2026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16/01/2026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16/01/2026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16/01/2026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a:t>
            </a:r>
            <a:r>
              <a:rPr lang="en-GB" sz="1400" dirty="0" err="1"/>
              <a:t>Gwiber</a:t>
            </a:r>
            <a:r>
              <a:rPr lang="en-GB" sz="1400" dirty="0"/>
              <a:t> gives him options of which zone it can move to based on certain variables. More specifically zone 2 where </a:t>
            </a:r>
            <a:r>
              <a:rPr lang="en-GB" sz="1400" dirty="0" err="1"/>
              <a:t>Gwiber</a:t>
            </a:r>
            <a:r>
              <a:rPr lang="en-GB" sz="1400" dirty="0"/>
              <a:t>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a:t>
            </a:r>
            <a:r>
              <a:rPr lang="en-GB" sz="1400" dirty="0" err="1"/>
              <a:t>Gwiber</a:t>
            </a:r>
            <a:r>
              <a:rPr lang="en-GB" sz="1400" dirty="0"/>
              <a:t>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err="1"/>
              <a:t>Gwiber</a:t>
            </a:r>
            <a:r>
              <a:rPr lang="en-GB" sz="1200" dirty="0"/>
              <a:t> officially moves and no longer requires an alarm. </a:t>
            </a:r>
            <a:r>
              <a:rPr lang="en-GB" sz="1200" dirty="0" err="1"/>
              <a:t>Gwiber</a:t>
            </a:r>
            <a:r>
              <a:rPr lang="en-GB" sz="1200" dirty="0"/>
              <a:t> reacts and calculates whether it is being watched and what zone it can move to. </a:t>
            </a:r>
            <a:r>
              <a:rPr lang="en-GB" sz="1200" dirty="0" err="1"/>
              <a:t>Gwiber</a:t>
            </a:r>
            <a:r>
              <a:rPr lang="en-GB" sz="1200" dirty="0"/>
              <a:t>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a:t>
            </a:r>
            <a:r>
              <a:rPr lang="en-GB" sz="1200" dirty="0" err="1"/>
              <a:t>Gwiber</a:t>
            </a:r>
            <a:r>
              <a:rPr lang="en-GB" sz="1200" dirty="0"/>
              <a:t>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a:t>
            </a:r>
            <a:r>
              <a:rPr lang="en-GB" sz="1200" dirty="0" err="1"/>
              <a:t>Gwiber</a:t>
            </a:r>
            <a:r>
              <a:rPr lang="en-GB" sz="1200" dirty="0"/>
              <a:t>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a:t>
            </a:r>
            <a:r>
              <a:rPr lang="en-GB" sz="1050" dirty="0" err="1"/>
              <a:t>Gwiber</a:t>
            </a:r>
            <a:r>
              <a:rPr lang="en-GB" sz="1050" dirty="0"/>
              <a:t>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a:t>
            </a:r>
            <a:r>
              <a:rPr lang="en-GB" sz="1050" dirty="0" err="1"/>
              <a:t>Gwiber</a:t>
            </a:r>
            <a:r>
              <a:rPr lang="en-GB" sz="1050" dirty="0"/>
              <a:t>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sz="1400" dirty="0"/>
              <a:t>I</a:t>
            </a:r>
            <a:r>
              <a:rPr lang="en-GB" dirty="0"/>
              <a:t> </a:t>
            </a:r>
          </a:p>
        </p:txBody>
      </p:sp>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err="1"/>
                        <a:t>Gwiber</a:t>
                      </a:r>
                      <a:r>
                        <a:rPr lang="en-GB" sz="1100" dirty="0"/>
                        <a:t> is to change zones based on what zone its currently in and whether or not it is currently able to go to zone 0 from zone 2. </a:t>
                      </a:r>
                      <a:r>
                        <a:rPr lang="en-GB" sz="1100" dirty="0" err="1"/>
                        <a:t>Gwiber</a:t>
                      </a:r>
                      <a:r>
                        <a:rPr lang="en-GB" sz="1100" dirty="0"/>
                        <a:t>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err="1"/>
                        <a:t>Gwiber</a:t>
                      </a:r>
                      <a:r>
                        <a:rPr lang="en-GB" sz="1100" dirty="0"/>
                        <a:t>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a:t>
                      </a:r>
                      <a:r>
                        <a:rPr lang="en-GB" sz="1100" dirty="0" err="1"/>
                        <a:t>Gwiber</a:t>
                      </a:r>
                      <a:r>
                        <a:rPr lang="en-GB" sz="1100" dirty="0"/>
                        <a:t> a draw GUI to see if he is in fact moving or not.</a:t>
                      </a:r>
                    </a:p>
                    <a:p>
                      <a:endParaRPr lang="en-GB" sz="1100" dirty="0"/>
                    </a:p>
                    <a:p>
                      <a:r>
                        <a:rPr lang="en-GB" sz="1100" dirty="0"/>
                        <a:t>Update: got a GUI draw and I can confirm that </a:t>
                      </a:r>
                      <a:r>
                        <a:rPr lang="en-GB" sz="1100" dirty="0" err="1"/>
                        <a:t>Gwiber</a:t>
                      </a:r>
                      <a:r>
                        <a:rPr lang="en-GB" sz="1100" dirty="0"/>
                        <a:t> doesn’t move from zone 1.</a:t>
                      </a:r>
                    </a:p>
                    <a:p>
                      <a:endParaRPr lang="en-GB" sz="1100" dirty="0"/>
                    </a:p>
                    <a:p>
                      <a:r>
                        <a:rPr lang="en-GB" sz="1100" dirty="0"/>
                        <a:t>Also, using debug show I can confirm that </a:t>
                      </a:r>
                      <a:r>
                        <a:rPr lang="en-GB" sz="1100" dirty="0" err="1"/>
                        <a:t>Gwiber</a:t>
                      </a:r>
                      <a:r>
                        <a:rPr lang="en-GB" sz="1100" dirty="0"/>
                        <a:t>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err="1"/>
                        <a:t>Gwiber</a:t>
                      </a:r>
                      <a:r>
                        <a:rPr lang="en-GB" sz="1100" dirty="0"/>
                        <a:t> has a move timer that when it reaches 0, will reset to 600. when it goes 0 </a:t>
                      </a:r>
                      <a:r>
                        <a:rPr lang="en-GB" sz="1100" dirty="0" err="1"/>
                        <a:t>Gwiber</a:t>
                      </a:r>
                      <a:r>
                        <a:rPr lang="en-GB" sz="1100" dirty="0"/>
                        <a:t> does a zone check and determines based on a 50/50 chance which zone it can move two. Specifically for zone 2, </a:t>
                      </a:r>
                      <a:r>
                        <a:rPr lang="en-GB" sz="1100" dirty="0" err="1"/>
                        <a:t>Gwiber</a:t>
                      </a:r>
                      <a:r>
                        <a:rPr lang="en-GB" sz="1100" dirty="0"/>
                        <a:t> must understand if the door is In an open or closed state before moving into zone 0 (The Office).</a:t>
                      </a:r>
                    </a:p>
                  </a:txBody>
                  <a:tcPr/>
                </a:tc>
                <a:tc>
                  <a:txBody>
                    <a:bodyPr/>
                    <a:lstStyle/>
                    <a:p>
                      <a:r>
                        <a:rPr lang="en-GB" sz="1100" dirty="0" err="1"/>
                        <a:t>Gwiber</a:t>
                      </a:r>
                      <a:r>
                        <a:rPr lang="en-GB" sz="1100" dirty="0"/>
                        <a:t> does move between zones based on the timers. However, </a:t>
                      </a:r>
                      <a:r>
                        <a:rPr lang="en-GB" sz="1100" dirty="0" err="1"/>
                        <a:t>Gwiber</a:t>
                      </a:r>
                      <a:r>
                        <a:rPr lang="en-GB" sz="1100" dirty="0"/>
                        <a:t> moves from zone 1 straight to zone 0 when it should only be able to go to zone 2 or 5. Also, for some reason the code that tells </a:t>
                      </a:r>
                      <a:r>
                        <a:rPr lang="en-GB" sz="1100" dirty="0" err="1"/>
                        <a:t>Gwiber</a:t>
                      </a:r>
                      <a:r>
                        <a:rPr lang="en-GB" sz="1100" dirty="0"/>
                        <a:t> if the doors are open or closed had caused the door sprites to disappear in addition to teleporting the other enemy objects when button is pressed. </a:t>
                      </a:r>
                      <a:r>
                        <a:rPr lang="en-GB" sz="1100" dirty="0" err="1"/>
                        <a:t>Gwiber</a:t>
                      </a:r>
                      <a:r>
                        <a:rPr lang="en-GB" sz="1100" dirty="0"/>
                        <a:t>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a:t>
                      </a:r>
                      <a:r>
                        <a:rPr lang="en-GB" sz="1100" dirty="0" err="1"/>
                        <a:t>Gwiber</a:t>
                      </a:r>
                      <a:r>
                        <a:rPr lang="en-GB" sz="1100" dirty="0"/>
                        <a:t> information in whether the door is in an open state.</a:t>
                      </a:r>
                    </a:p>
                    <a:p>
                      <a:r>
                        <a:rPr lang="en-GB" sz="1100" dirty="0"/>
                        <a:t>(Ok don’t know why or </a:t>
                      </a:r>
                      <a:r>
                        <a:rPr lang="en-GB" sz="1100"/>
                        <a:t>how but the doors are fixed?)</a:t>
                      </a:r>
                      <a:endParaRPr lang="en-GB" sz="1100" dirty="0"/>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915272319"/>
              </p:ext>
            </p:extLst>
          </p:nvPr>
        </p:nvGraphicFramePr>
        <p:xfrm>
          <a:off x="-10679" y="0"/>
          <a:ext cx="11988463" cy="3324396"/>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1261</TotalTime>
  <Words>3739</Words>
  <Application>Microsoft Office PowerPoint</Application>
  <PresentationFormat>Widescreen</PresentationFormat>
  <Paragraphs>328</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165</cp:revision>
  <dcterms:created xsi:type="dcterms:W3CDTF">2025-10-10T09:00:53Z</dcterms:created>
  <dcterms:modified xsi:type="dcterms:W3CDTF">2026-01-16T11:19:56Z</dcterms:modified>
</cp:coreProperties>
</file>