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57" r:id="rId15"/>
    <p:sldId id="267" r:id="rId16"/>
    <p:sldId id="270" r:id="rId17"/>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4660"/>
  </p:normalViewPr>
  <p:slideViewPr>
    <p:cSldViewPr snapToGrid="0">
      <p:cViewPr varScale="1">
        <p:scale>
          <a:sx n="117" d="100"/>
          <a:sy n="117" d="100"/>
        </p:scale>
        <p:origin x="34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8/10/relationships/authors" Target="authors.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17/01/2026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17/01/2026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17/01/2026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17/01/2026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17/01/2026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17/01/2026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17/01/2026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17/01/2026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411331" y="4156242"/>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546189" y="5359906"/>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527957" y="5061439"/>
            <a:ext cx="1004207" cy="369332"/>
          </a:xfrm>
          <a:prstGeom prst="rect">
            <a:avLst/>
          </a:prstGeom>
          <a:noFill/>
        </p:spPr>
        <p:txBody>
          <a:bodyPr wrap="square" rtlCol="0">
            <a:spAutoFit/>
          </a:bodyPr>
          <a:lstStyle/>
          <a:p>
            <a:r>
              <a:rPr lang="en-GB" dirty="0"/>
              <a:t>Alarm 3</a:t>
            </a:r>
          </a:p>
        </p:txBody>
      </p:sp>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1503</TotalTime>
  <Words>4072</Words>
  <Application>Microsoft Office PowerPoint</Application>
  <PresentationFormat>Widescreen</PresentationFormat>
  <Paragraphs>351</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175</cp:revision>
  <dcterms:created xsi:type="dcterms:W3CDTF">2025-10-10T09:00:53Z</dcterms:created>
  <dcterms:modified xsi:type="dcterms:W3CDTF">2026-01-17T18:28:13Z</dcterms:modified>
</cp:coreProperties>
</file>