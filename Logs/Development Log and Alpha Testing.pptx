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57" r:id="rId28"/>
    <p:sldId id="267" r:id="rId29"/>
    <p:sldId id="270" r:id="rId30"/>
    <p:sldId id="272" r:id="rId31"/>
    <p:sldId id="276" r:id="rId32"/>
    <p:sldId id="278" r:id="rId33"/>
    <p:sldId id="284" r:id="rId34"/>
    <p:sldId id="289" r:id="rId35"/>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30/01/2026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30/01/2026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30/01/2026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30/01/2026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30/01/2026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30/01/2026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30/01/2026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30/01/2026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30/01/2026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30/01/2026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30/01/2026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30/01/2026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44520860"/>
              </p:ext>
            </p:extLst>
          </p:nvPr>
        </p:nvGraphicFramePr>
        <p:xfrm>
          <a:off x="0" y="0"/>
          <a:ext cx="11988463" cy="27286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19. Build V.0.7.2</a:t>
                      </a:r>
                    </a:p>
                  </a:txBody>
                  <a:tcPr/>
                </a:tc>
                <a:tc>
                  <a:txBody>
                    <a:bodyPr/>
                    <a:lstStyle/>
                    <a:p>
                      <a:r>
                        <a:rPr lang="en-GB" sz="11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err="1"/>
                        <a:t>Obj_amcd_prototype</a:t>
                      </a:r>
                      <a:endParaRPr lang="en-GB" sz="1100" dirty="0"/>
                    </a:p>
                  </a:txBody>
                  <a:tcPr/>
                </a:tc>
                <a:tc>
                  <a:txBody>
                    <a:bodyPr/>
                    <a:lstStyle/>
                    <a:p>
                      <a:r>
                        <a:rPr lang="en-GB" sz="1100" dirty="0"/>
                        <a:t>Prototype has full access to every single zone in the level. Just like bulker as well, if he is watched he slows down. When he is at cam 2 or 7 if the door is closed he’ll wait there for a long time before moving away. He can also move to random zones from that point.</a:t>
                      </a:r>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bl>
          </a:graphicData>
        </a:graphic>
      </p:graphicFrame>
    </p:spTree>
    <p:extLst>
      <p:ext uri="{BB962C8B-B14F-4D97-AF65-F5344CB8AC3E}">
        <p14:creationId xmlns:p14="http://schemas.microsoft.com/office/powerpoint/2010/main" val="3685646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3171</TotalTime>
  <Words>9064</Words>
  <Application>Microsoft Office PowerPoint</Application>
  <PresentationFormat>Widescreen</PresentationFormat>
  <Paragraphs>790</Paragraphs>
  <Slides>34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333</cp:revision>
  <dcterms:created xsi:type="dcterms:W3CDTF">2025-10-10T09:00:53Z</dcterms:created>
  <dcterms:modified xsi:type="dcterms:W3CDTF">2026-01-30T16:02:39Z</dcterms:modified>
</cp:coreProperties>
</file>