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57" r:id="rId25"/>
    <p:sldId id="267" r:id="rId26"/>
    <p:sldId id="270" r:id="rId27"/>
    <p:sldId id="272" r:id="rId28"/>
    <p:sldId id="276" r:id="rId29"/>
    <p:sldId id="278" r:id="rId30"/>
    <p:sldId id="284" r:id="rId31"/>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27/01/2026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27/01/2026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27/01/2026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27/01/2026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27/01/2026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27/01/2026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27/01/2026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10057716" y="641202"/>
            <a:ext cx="2073729" cy="1169551"/>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2496DC08-7731-8B05-136D-0F605E75AF3A}"/>
              </a:ext>
            </a:extLst>
          </p:cNvPr>
          <p:cNvPicPr>
            <a:picLocks noChangeAspect="1"/>
          </p:cNvPicPr>
          <p:nvPr/>
        </p:nvPicPr>
        <p:blipFill>
          <a:blip r:embed="rId2"/>
          <a:stretch>
            <a:fillRect/>
          </a:stretch>
        </p:blipFill>
        <p:spPr>
          <a:xfrm>
            <a:off x="8647819" y="1075996"/>
            <a:ext cx="2819794" cy="4706007"/>
          </a:xfrm>
          <a:prstGeom prst="rect">
            <a:avLst/>
          </a:prstGeom>
        </p:spPr>
      </p:pic>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3"/>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4"/>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err="1"/>
                        <a:t>Gwiber</a:t>
                      </a:r>
                      <a:r>
                        <a:rPr lang="en-GB" sz="1100" dirty="0"/>
                        <a:t> and K9 retain their original movement but now have access to extra zones.</a:t>
                      </a:r>
                    </a:p>
                    <a:p>
                      <a:endParaRPr lang="en-GB" sz="1100" dirty="0"/>
                    </a:p>
                    <a:p>
                      <a:r>
                        <a:rPr lang="en-GB" sz="1100" dirty="0"/>
                        <a:t>Both </a:t>
                      </a:r>
                      <a:r>
                        <a:rPr lang="en-GB" sz="1100" dirty="0" err="1"/>
                        <a:t>Gwiber</a:t>
                      </a:r>
                      <a:r>
                        <a:rPr lang="en-GB" sz="1100" dirty="0"/>
                        <a:t>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err="1"/>
                        <a:t>Gwiber</a:t>
                      </a:r>
                      <a:r>
                        <a:rPr lang="en-GB" sz="1100" dirty="0"/>
                        <a:t>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4280467226"/>
              </p:ext>
            </p:extLst>
          </p:nvPr>
        </p:nvGraphicFramePr>
        <p:xfrm>
          <a:off x="0" y="0"/>
          <a:ext cx="11988463" cy="5352684"/>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2500</TotalTime>
  <Words>7851</Words>
  <Application>Microsoft Office PowerPoint</Application>
  <PresentationFormat>Widescreen</PresentationFormat>
  <Paragraphs>677</Paragraphs>
  <Slides>30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276</cp:revision>
  <dcterms:created xsi:type="dcterms:W3CDTF">2025-10-10T09:00:53Z</dcterms:created>
  <dcterms:modified xsi:type="dcterms:W3CDTF">2026-01-27T13:51:13Z</dcterms:modified>
</cp:coreProperties>
</file>