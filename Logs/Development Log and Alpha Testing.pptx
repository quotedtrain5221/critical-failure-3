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57" r:id="rId28"/>
    <p:sldId id="267" r:id="rId29"/>
    <p:sldId id="270" r:id="rId30"/>
    <p:sldId id="272" r:id="rId31"/>
    <p:sldId id="276" r:id="rId32"/>
    <p:sldId id="278" r:id="rId33"/>
    <p:sldId id="284" r:id="rId34"/>
    <p:sldId id="289" r:id="rId35"/>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30/01/2026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30/01/2026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30/01/2026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30/01/2026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30/01/2026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30/01/2026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30/01/2026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30/01/2026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a:t>
            </a:r>
            <a:r>
              <a:rPr lang="en-GB" sz="1200" dirty="0" err="1"/>
              <a:t>Gwiber</a:t>
            </a:r>
            <a:r>
              <a:rPr lang="en-GB" sz="1200" dirty="0"/>
              <a:t>.</a:t>
            </a:r>
          </a:p>
          <a:p>
            <a:r>
              <a:rPr lang="en-GB" sz="1200" dirty="0"/>
              <a:t>Mainly what he does while inside of zone 0, the main office.</a:t>
            </a:r>
          </a:p>
          <a:p>
            <a:endParaRPr lang="en-GB" sz="1200" dirty="0"/>
          </a:p>
          <a:p>
            <a:r>
              <a:rPr lang="en-GB" sz="1200" dirty="0"/>
              <a:t>This was done by using timed alarms for when </a:t>
            </a:r>
            <a:r>
              <a:rPr lang="en-GB" sz="1200" dirty="0" err="1"/>
              <a:t>Gwiber</a:t>
            </a:r>
            <a:r>
              <a:rPr lang="en-GB" sz="1200" dirty="0"/>
              <a:t>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a:t>
            </a:r>
            <a:r>
              <a:rPr lang="en-GB" sz="1200" dirty="0" err="1"/>
              <a:t>Gwiber</a:t>
            </a:r>
            <a:r>
              <a:rPr lang="en-GB" sz="1200" dirty="0"/>
              <a:t>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a:t>
            </a:r>
            <a:r>
              <a:rPr lang="en-GB" sz="1200" dirty="0" err="1"/>
              <a:t>Gwiber</a:t>
            </a:r>
            <a:r>
              <a:rPr lang="en-GB" sz="1200" dirty="0"/>
              <a:t>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a:t>
            </a:r>
            <a:r>
              <a:rPr lang="en-GB" sz="1200" dirty="0" err="1"/>
              <a:t>Gwiber</a:t>
            </a:r>
            <a:r>
              <a:rPr lang="en-GB" sz="1200" dirty="0"/>
              <a:t>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a:t>
            </a:r>
            <a:r>
              <a:rPr lang="en-GB" sz="1200" dirty="0" err="1"/>
              <a:t>Gwiber</a:t>
            </a:r>
            <a:r>
              <a:rPr lang="en-GB" sz="1200" dirty="0"/>
              <a:t>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a:t>
            </a:r>
            <a:r>
              <a:rPr lang="en-GB" sz="1200" dirty="0" err="1"/>
              <a:t>Gwiber</a:t>
            </a:r>
            <a:r>
              <a:rPr lang="en-GB" sz="1200" dirty="0"/>
              <a:t>.</a:t>
            </a:r>
          </a:p>
          <a:p>
            <a:endParaRPr lang="en-GB" sz="1200" dirty="0"/>
          </a:p>
          <a:p>
            <a:r>
              <a:rPr lang="en-GB" sz="1200" dirty="0"/>
              <a:t>Also, with </a:t>
            </a:r>
            <a:r>
              <a:rPr lang="en-GB" sz="1200" dirty="0" err="1"/>
              <a:t>Gwiber</a:t>
            </a:r>
            <a:r>
              <a:rPr lang="en-GB" sz="1200" dirty="0"/>
              <a:t>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a:t>
            </a:r>
            <a:r>
              <a:rPr lang="en-GB" sz="1050" dirty="0" err="1"/>
              <a:t>Gwiber</a:t>
            </a:r>
            <a:r>
              <a:rPr lang="en-GB" sz="1050" dirty="0"/>
              <a:t>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a:t>
            </a:r>
            <a:r>
              <a:rPr lang="en-GB" dirty="0" err="1"/>
              <a:t>Gwiber</a:t>
            </a:r>
            <a:r>
              <a:rPr lang="en-GB" dirty="0"/>
              <a:t>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a:t>
            </a:r>
            <a:r>
              <a:rPr lang="en-GB" sz="1200" dirty="0" err="1"/>
              <a:t>Gwiber</a:t>
            </a:r>
            <a:r>
              <a:rPr lang="en-GB" sz="1200" dirty="0"/>
              <a:t>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a:t>
            </a:r>
            <a:r>
              <a:rPr lang="en-GB" sz="1200" dirty="0" err="1"/>
              <a:t>Gwiber</a:t>
            </a:r>
            <a:r>
              <a:rPr lang="en-GB" sz="1200" dirty="0"/>
              <a:t>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 60 ×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a:t>
            </a:r>
            <a:r>
              <a:rPr lang="en-GB" sz="1200" dirty="0" err="1"/>
              <a:t>level_timer</a:t>
            </a:r>
            <a:r>
              <a:rPr lang="en-GB" sz="1200" dirty="0"/>
              <a:t> will change its sprite based off what stage the timer is at. So the level using the equation is frames for 10minutes of gameplay per level. 25,200</a:t>
            </a:r>
          </a:p>
          <a:p>
            <a:endParaRPr lang="en-GB" sz="1200" dirty="0"/>
          </a:p>
          <a:p>
            <a:r>
              <a:rPr lang="en-GB" sz="1200" dirty="0"/>
              <a:t>I’ve also added new rooms for the levels for when the player completes a night that has a transition into the next room.</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1600438"/>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a:t>
                      </a:r>
                      <a:r>
                        <a:rPr lang="en-GB" sz="1100" dirty="0" err="1"/>
                        <a:t>Gwiber</a:t>
                      </a:r>
                      <a:r>
                        <a:rPr lang="en-GB" sz="1100" dirty="0"/>
                        <a:t>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a:t>
                      </a:r>
                      <a:r>
                        <a:rPr lang="en-GB" sz="1100" dirty="0" err="1"/>
                        <a:t>Gwiber</a:t>
                      </a:r>
                      <a:r>
                        <a:rPr lang="en-GB" sz="1100" dirty="0"/>
                        <a:t> to move back to zone 2.</a:t>
                      </a:r>
                    </a:p>
                  </a:txBody>
                  <a:tcPr/>
                </a:tc>
                <a:tc>
                  <a:txBody>
                    <a:bodyPr/>
                    <a:lstStyle/>
                    <a:p>
                      <a:r>
                        <a:rPr lang="en-GB" sz="1100" dirty="0"/>
                        <a:t>At start of Game </a:t>
                      </a:r>
                      <a:r>
                        <a:rPr lang="en-GB" sz="1100" dirty="0" err="1"/>
                        <a:t>Gwiber</a:t>
                      </a:r>
                      <a:r>
                        <a:rPr lang="en-GB" sz="1100" dirty="0"/>
                        <a:t>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a:t>
                      </a:r>
                      <a:r>
                        <a:rPr lang="en-GB" sz="1100" dirty="0" err="1"/>
                        <a:t>Gwiber</a:t>
                      </a:r>
                      <a:r>
                        <a:rPr lang="en-GB" sz="1100" dirty="0"/>
                        <a:t> starts in zone 4 and makes his way to the office. If the office doors are closed </a:t>
                      </a:r>
                      <a:r>
                        <a:rPr lang="en-GB" sz="1100" dirty="0" err="1"/>
                        <a:t>Gwiber</a:t>
                      </a:r>
                      <a:r>
                        <a:rPr lang="en-GB" sz="1100" dirty="0"/>
                        <a:t> can’t enter zone 0. If </a:t>
                      </a:r>
                      <a:r>
                        <a:rPr lang="en-GB" sz="1100" dirty="0" err="1"/>
                        <a:t>Gwiber</a:t>
                      </a:r>
                      <a:r>
                        <a:rPr lang="en-GB" sz="1100" dirty="0"/>
                        <a:t>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err="1"/>
                        <a:t>Gwiber</a:t>
                      </a:r>
                      <a:r>
                        <a:rPr lang="en-GB" sz="1100" dirty="0"/>
                        <a:t> does exactly what he’s supposed to do and so does K9.</a:t>
                      </a:r>
                    </a:p>
                    <a:p>
                      <a:endParaRPr lang="en-GB" sz="1100" dirty="0"/>
                    </a:p>
                    <a:p>
                      <a:r>
                        <a:rPr lang="en-GB" sz="1100" dirty="0"/>
                        <a:t>There are still no end game screen at this point so soon after jump-scaring from either K9 or </a:t>
                      </a:r>
                      <a:r>
                        <a:rPr lang="en-GB" sz="1100" dirty="0" err="1"/>
                        <a:t>Gwiber</a:t>
                      </a:r>
                      <a:r>
                        <a:rPr lang="en-GB" sz="1100" dirty="0"/>
                        <a:t>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a:t>
                      </a:r>
                      <a:r>
                        <a:rPr lang="en-GB" sz="1100" dirty="0" err="1"/>
                        <a:t>Gwiber</a:t>
                      </a:r>
                      <a:r>
                        <a:rPr lang="en-GB" sz="1100" dirty="0"/>
                        <a:t>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err="1"/>
                        <a:t>Gwiber</a:t>
                      </a:r>
                      <a:r>
                        <a:rPr lang="en-GB" sz="1100" dirty="0"/>
                        <a:t> and K9 retain their original movement but now have access to extra zones.</a:t>
                      </a:r>
                    </a:p>
                    <a:p>
                      <a:endParaRPr lang="en-GB" sz="1100" dirty="0"/>
                    </a:p>
                    <a:p>
                      <a:r>
                        <a:rPr lang="en-GB" sz="1100" dirty="0"/>
                        <a:t>Both </a:t>
                      </a:r>
                      <a:r>
                        <a:rPr lang="en-GB" sz="1100" dirty="0" err="1"/>
                        <a:t>Gwiber</a:t>
                      </a:r>
                      <a:r>
                        <a:rPr lang="en-GB" sz="1100" dirty="0"/>
                        <a:t>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err="1"/>
                        <a:t>Gwiber</a:t>
                      </a:r>
                      <a:r>
                        <a:rPr lang="en-GB" sz="1100" dirty="0"/>
                        <a:t>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144520860"/>
              </p:ext>
            </p:extLst>
          </p:nvPr>
        </p:nvGraphicFramePr>
        <p:xfrm>
          <a:off x="0" y="0"/>
          <a:ext cx="11988463" cy="27286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3076</TotalTime>
  <Words>8914</Words>
  <Application>Microsoft Office PowerPoint</Application>
  <PresentationFormat>Widescreen</PresentationFormat>
  <Paragraphs>780</Paragraphs>
  <Slides>34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328</cp:revision>
  <dcterms:created xsi:type="dcterms:W3CDTF">2025-10-10T09:00:53Z</dcterms:created>
  <dcterms:modified xsi:type="dcterms:W3CDTF">2026-01-30T11:27:37Z</dcterms:modified>
</cp:coreProperties>
</file>