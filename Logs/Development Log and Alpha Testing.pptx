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57" r:id="rId26"/>
    <p:sldId id="267" r:id="rId27"/>
    <p:sldId id="270" r:id="rId28"/>
    <p:sldId id="272" r:id="rId29"/>
    <p:sldId id="276" r:id="rId30"/>
    <p:sldId id="278" r:id="rId31"/>
    <p:sldId id="284" r:id="rId32"/>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1" d="100"/>
          <a:sy n="111" d="100"/>
        </p:scale>
        <p:origin x="588"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28/01/2026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28/01/2026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28/01/2026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28/01/2026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28/01/2026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28/01/2026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8309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For Level 2 to level 3 I have added 6 more Camera zones making Level 3 the biggest level with 20 different camera zones.</a:t>
            </a:r>
          </a:p>
          <a:p>
            <a:endParaRPr lang="en-GB" sz="1200" dirty="0"/>
          </a:p>
          <a:p>
            <a:r>
              <a:rPr lang="en-GB" sz="1200" dirty="0"/>
              <a:t>Total Zones are </a:t>
            </a:r>
            <a:r>
              <a:rPr lang="en-GB" sz="1200"/>
              <a:t>now </a:t>
            </a:r>
            <a:endParaRPr lang="en-GB" sz="1200" dirty="0"/>
          </a:p>
        </p:txBody>
      </p:sp>
      <p:sp>
        <p:nvSpPr>
          <p:cNvPr id="12" name="TextBox 11">
            <a:extLst>
              <a:ext uri="{FF2B5EF4-FFF2-40B4-BE49-F238E27FC236}">
                <a16:creationId xmlns:a16="http://schemas.microsoft.com/office/drawing/2014/main" id="{AC84ABBC-F0AD-4A94-2998-F05AAA42C866}"/>
              </a:ext>
            </a:extLst>
          </p:cNvPr>
          <p:cNvSpPr txBox="1"/>
          <p:nvPr/>
        </p:nvSpPr>
        <p:spPr>
          <a:xfrm>
            <a:off x="10057716" y="641202"/>
            <a:ext cx="2073729" cy="1169551"/>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p:txBody>
      </p:sp>
      <p:pic>
        <p:nvPicPr>
          <p:cNvPr id="7" name="Picture 6">
            <a:extLst>
              <a:ext uri="{FF2B5EF4-FFF2-40B4-BE49-F238E27FC236}">
                <a16:creationId xmlns:a16="http://schemas.microsoft.com/office/drawing/2014/main" id="{1908A037-B617-984F-6CCC-E76B77FEAD3F}"/>
              </a:ext>
            </a:extLst>
          </p:cNvPr>
          <p:cNvPicPr>
            <a:picLocks noChangeAspect="1"/>
          </p:cNvPicPr>
          <p:nvPr/>
        </p:nvPicPr>
        <p:blipFill>
          <a:blip r:embed="rId2"/>
          <a:stretch>
            <a:fillRect/>
          </a:stretch>
        </p:blipFill>
        <p:spPr>
          <a:xfrm>
            <a:off x="205157" y="2047598"/>
            <a:ext cx="5001323" cy="4658375"/>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4280467226"/>
              </p:ext>
            </p:extLst>
          </p:nvPr>
        </p:nvGraphicFramePr>
        <p:xfrm>
          <a:off x="0" y="0"/>
          <a:ext cx="11988463" cy="5352684"/>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2582</TotalTime>
  <Words>7901</Words>
  <Application>Microsoft Office PowerPoint</Application>
  <PresentationFormat>Widescreen</PresentationFormat>
  <Paragraphs>691</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280</cp:revision>
  <dcterms:created xsi:type="dcterms:W3CDTF">2025-10-10T09:00:53Z</dcterms:created>
  <dcterms:modified xsi:type="dcterms:W3CDTF">2026-01-28T15:58:12Z</dcterms:modified>
</cp:coreProperties>
</file>