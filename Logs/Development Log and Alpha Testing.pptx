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57" r:id="rId21"/>
    <p:sldId id="267" r:id="rId22"/>
    <p:sldId id="270" r:id="rId23"/>
    <p:sldId id="272" r:id="rId24"/>
    <p:sldId id="276" r:id="rId25"/>
    <p:sldId id="278" r:id="rId26"/>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26/01/2026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26/01/2026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26/01/2026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26/01/2026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
        <p:nvSpPr>
          <p:cNvPr id="12" name="TextBox 11">
            <a:extLst>
              <a:ext uri="{FF2B5EF4-FFF2-40B4-BE49-F238E27FC236}">
                <a16:creationId xmlns:a16="http://schemas.microsoft.com/office/drawing/2014/main" id="{A6FC876D-35D5-9302-B91E-374FFBB6B310}"/>
              </a:ext>
            </a:extLst>
          </p:cNvPr>
          <p:cNvSpPr txBox="1"/>
          <p:nvPr/>
        </p:nvSpPr>
        <p:spPr>
          <a:xfrm>
            <a:off x="9570683" y="508708"/>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Solve Room problem</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06784268"/>
              </p:ext>
            </p:extLst>
          </p:nvPr>
        </p:nvGraphicFramePr>
        <p:xfrm>
          <a:off x="0" y="0"/>
          <a:ext cx="11988463" cy="248619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2258</TotalTime>
  <Words>6642</Words>
  <Application>Microsoft Office PowerPoint</Application>
  <PresentationFormat>Widescreen</PresentationFormat>
  <Paragraphs>574</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237</cp:revision>
  <dcterms:created xsi:type="dcterms:W3CDTF">2025-10-10T09:00:53Z</dcterms:created>
  <dcterms:modified xsi:type="dcterms:W3CDTF">2026-01-26T14:59:39Z</dcterms:modified>
</cp:coreProperties>
</file>